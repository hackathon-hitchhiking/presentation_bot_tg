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Anonymous Pr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IlZpDhhB8w+eaFUpuBHrwUPub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61BEE9-E3F2-4BE1-95DD-99D7DD347A68}">
  <a:tblStyle styleId="{4861BEE9-E3F2-4BE1-95DD-99D7DD347A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nonymousPro-bold.fntdata"/><Relationship Id="rId25" Type="http://schemas.openxmlformats.org/officeDocument/2006/relationships/font" Target="fonts/AnonymousPro-regular.fntdata"/><Relationship Id="rId28" Type="http://schemas.openxmlformats.org/officeDocument/2006/relationships/font" Target="fonts/AnonymousPro-boldItalic.fntdata"/><Relationship Id="rId27" Type="http://schemas.openxmlformats.org/officeDocument/2006/relationships/font" Target="fonts/AnonymousPr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9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11" Type="http://schemas.openxmlformats.org/officeDocument/2006/relationships/image" Target="../media/image36.jpg"/><Relationship Id="rId10" Type="http://schemas.openxmlformats.org/officeDocument/2006/relationships/image" Target="../media/image41.jpg"/><Relationship Id="rId9" Type="http://schemas.openxmlformats.org/officeDocument/2006/relationships/image" Target="../media/image38.jpg"/><Relationship Id="rId5" Type="http://schemas.openxmlformats.org/officeDocument/2006/relationships/image" Target="../media/image20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25.png"/><Relationship Id="rId11" Type="http://schemas.openxmlformats.org/officeDocument/2006/relationships/image" Target="../media/image31.png"/><Relationship Id="rId10" Type="http://schemas.openxmlformats.org/officeDocument/2006/relationships/image" Target="../media/image39.png"/><Relationship Id="rId12" Type="http://schemas.openxmlformats.org/officeDocument/2006/relationships/image" Target="../media/image12.png"/><Relationship Id="rId9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7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863359" y="3826139"/>
            <a:ext cx="10071341" cy="3018085"/>
            <a:chOff x="0" y="142875"/>
            <a:chExt cx="13428455" cy="4024114"/>
          </a:xfrm>
        </p:grpSpPr>
        <p:sp>
          <p:nvSpPr>
            <p:cNvPr id="89" name="Google Shape;89;p1"/>
            <p:cNvSpPr/>
            <p:nvPr/>
          </p:nvSpPr>
          <p:spPr>
            <a:xfrm>
              <a:off x="0" y="3991191"/>
              <a:ext cx="13428455" cy="175798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142875"/>
              <a:ext cx="13428455" cy="3441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500">
                  <a:solidFill>
                    <a:srgbClr val="191919"/>
                  </a:solidFill>
                  <a:latin typeface="Roboto"/>
                  <a:ea typeface="Roboto"/>
                  <a:cs typeface="Roboto"/>
                  <a:sym typeface="Roboto"/>
                </a:rPr>
                <a:t>УПРАВЛЕНИЕ ИННОВАЦИЙ</a:t>
              </a:r>
              <a:endParaRPr/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1028700" y="8768031"/>
            <a:ext cx="7622991" cy="490269"/>
            <a:chOff x="0" y="-57150"/>
            <a:chExt cx="10163988" cy="653693"/>
          </a:xfrm>
        </p:grpSpPr>
        <p:sp>
          <p:nvSpPr>
            <p:cNvPr id="92" name="Google Shape;92;p1"/>
            <p:cNvSpPr/>
            <p:nvPr/>
          </p:nvSpPr>
          <p:spPr>
            <a:xfrm>
              <a:off x="0" y="24453"/>
              <a:ext cx="274167" cy="547637"/>
            </a:xfrm>
            <a:custGeom>
              <a:rect b="b" l="l" r="r" t="t"/>
              <a:pathLst>
                <a:path extrusionOk="0" h="547637" w="274167">
                  <a:moveTo>
                    <a:pt x="0" y="0"/>
                  </a:moveTo>
                  <a:lnTo>
                    <a:pt x="274167" y="0"/>
                  </a:lnTo>
                  <a:lnTo>
                    <a:pt x="274167" y="547637"/>
                  </a:lnTo>
                  <a:lnTo>
                    <a:pt x="0" y="5476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1320800" y="-57150"/>
              <a:ext cx="8843188" cy="65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998">
                  <a:solidFill>
                    <a:srgbClr val="191919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2025 год</a:t>
              </a:r>
              <a:endParaRPr sz="2998">
                <a:solidFill>
                  <a:srgbClr val="191919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16880099" y="1028700"/>
            <a:ext cx="758402" cy="8108537"/>
            <a:chOff x="0" y="0"/>
            <a:chExt cx="1011203" cy="10811383"/>
          </a:xfrm>
        </p:grpSpPr>
        <p:sp>
          <p:nvSpPr>
            <p:cNvPr id="95" name="Google Shape;95;p1"/>
            <p:cNvSpPr/>
            <p:nvPr/>
          </p:nvSpPr>
          <p:spPr>
            <a:xfrm>
              <a:off x="486551" y="0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5050270"/>
              <a:ext cx="1011203" cy="65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998">
                  <a:solidFill>
                    <a:srgbClr val="191919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01</a:t>
              </a: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86551" y="6798183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1028700" y="1028700"/>
            <a:ext cx="3529780" cy="1240873"/>
          </a:xfrm>
          <a:custGeom>
            <a:rect b="b" l="l" r="r" t="t"/>
            <a:pathLst>
              <a:path extrusionOk="0" h="1240873" w="3529780">
                <a:moveTo>
                  <a:pt x="0" y="0"/>
                </a:moveTo>
                <a:lnTo>
                  <a:pt x="3529780" y="0"/>
                </a:lnTo>
                <a:lnTo>
                  <a:pt x="3529780" y="1240873"/>
                </a:lnTo>
                <a:lnTo>
                  <a:pt x="0" y="12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1028700" y="1028700"/>
            <a:ext cx="716176" cy="1235283"/>
          </a:xfrm>
          <a:custGeom>
            <a:rect b="b" l="l" r="r" t="t"/>
            <a:pathLst>
              <a:path extrusionOk="0" h="1235283" w="716176">
                <a:moveTo>
                  <a:pt x="0" y="0"/>
                </a:moveTo>
                <a:lnTo>
                  <a:pt x="716176" y="0"/>
                </a:lnTo>
                <a:lnTo>
                  <a:pt x="716176" y="1235283"/>
                </a:lnTo>
                <a:lnTo>
                  <a:pt x="0" y="1235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1721073" y="3925579"/>
            <a:ext cx="7422927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" name="Google Shape;105;p2"/>
          <p:cNvGrpSpPr/>
          <p:nvPr/>
        </p:nvGrpSpPr>
        <p:grpSpPr>
          <a:xfrm>
            <a:off x="16880099" y="1028700"/>
            <a:ext cx="758402" cy="8108537"/>
            <a:chOff x="0" y="0"/>
            <a:chExt cx="1011203" cy="10811383"/>
          </a:xfrm>
        </p:grpSpPr>
        <p:sp>
          <p:nvSpPr>
            <p:cNvPr id="106" name="Google Shape;106;p2"/>
            <p:cNvSpPr/>
            <p:nvPr/>
          </p:nvSpPr>
          <p:spPr>
            <a:xfrm>
              <a:off x="486551" y="0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5050270"/>
              <a:ext cx="1011203" cy="65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998">
                  <a:solidFill>
                    <a:srgbClr val="191919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02</a:t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86551" y="6798183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1479849" y="4358395"/>
            <a:ext cx="4357545" cy="1722187"/>
            <a:chOff x="0" y="0"/>
            <a:chExt cx="1147666" cy="45358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147666" cy="453580"/>
            </a:xfrm>
            <a:custGeom>
              <a:rect b="b" l="l" r="r" t="t"/>
              <a:pathLst>
                <a:path extrusionOk="0" h="453580" w="1147666">
                  <a:moveTo>
                    <a:pt x="90610" y="0"/>
                  </a:moveTo>
                  <a:lnTo>
                    <a:pt x="1057056" y="0"/>
                  </a:lnTo>
                  <a:cubicBezTo>
                    <a:pt x="1081087" y="0"/>
                    <a:pt x="1104134" y="9546"/>
                    <a:pt x="1121127" y="26539"/>
                  </a:cubicBezTo>
                  <a:cubicBezTo>
                    <a:pt x="1138120" y="43532"/>
                    <a:pt x="1147666" y="66579"/>
                    <a:pt x="1147666" y="90610"/>
                  </a:cubicBezTo>
                  <a:lnTo>
                    <a:pt x="1147666" y="362970"/>
                  </a:lnTo>
                  <a:cubicBezTo>
                    <a:pt x="1147666" y="387001"/>
                    <a:pt x="1138120" y="410048"/>
                    <a:pt x="1121127" y="427041"/>
                  </a:cubicBezTo>
                  <a:cubicBezTo>
                    <a:pt x="1104134" y="444034"/>
                    <a:pt x="1081087" y="453580"/>
                    <a:pt x="1057056" y="453580"/>
                  </a:cubicBezTo>
                  <a:lnTo>
                    <a:pt x="90610" y="453580"/>
                  </a:lnTo>
                  <a:cubicBezTo>
                    <a:pt x="66579" y="453580"/>
                    <a:pt x="43532" y="444034"/>
                    <a:pt x="26539" y="427041"/>
                  </a:cubicBezTo>
                  <a:cubicBezTo>
                    <a:pt x="9546" y="410048"/>
                    <a:pt x="0" y="387001"/>
                    <a:pt x="0" y="362970"/>
                  </a:cubicBezTo>
                  <a:lnTo>
                    <a:pt x="0" y="90610"/>
                  </a:lnTo>
                  <a:cubicBezTo>
                    <a:pt x="0" y="66579"/>
                    <a:pt x="9546" y="43532"/>
                    <a:pt x="26539" y="26539"/>
                  </a:cubicBezTo>
                  <a:cubicBezTo>
                    <a:pt x="43532" y="9546"/>
                    <a:pt x="66579" y="0"/>
                    <a:pt x="90610" y="0"/>
                  </a:cubicBezTo>
                  <a:close/>
                </a:path>
              </a:pathLst>
            </a:custGeom>
            <a:solidFill>
              <a:srgbClr val="E3051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9525"/>
              <a:ext cx="1147666" cy="444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"/>
          <p:cNvSpPr txBox="1"/>
          <p:nvPr/>
        </p:nvSpPr>
        <p:spPr>
          <a:xfrm>
            <a:off x="2013942" y="1333604"/>
            <a:ext cx="2068410" cy="69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О НАС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721073" y="2750404"/>
            <a:ext cx="7422927" cy="90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FF0700"/>
                </a:solidFill>
                <a:latin typeface="Roboto"/>
                <a:ea typeface="Roboto"/>
                <a:cs typeface="Roboto"/>
                <a:sym typeface="Roboto"/>
              </a:rPr>
              <a:t>Управление инноваций</a:t>
            </a:r>
            <a:r>
              <a:rPr lang="ru-RU" sz="24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 – команда Департамента информационных технологий города Москвы. 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721073" y="4120776"/>
            <a:ext cx="7422927" cy="1808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Мы занимаемся </a:t>
            </a:r>
            <a:r>
              <a:rPr b="1" lang="ru-RU" sz="2400">
                <a:solidFill>
                  <a:srgbClr val="FF0700"/>
                </a:solidFill>
                <a:latin typeface="Roboto"/>
                <a:ea typeface="Roboto"/>
                <a:cs typeface="Roboto"/>
                <a:sym typeface="Roboto"/>
              </a:rPr>
              <a:t>поиском и пилотированием</a:t>
            </a:r>
            <a:r>
              <a:rPr lang="ru-RU" sz="24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 перспективных ИТ-решений для формирования комфортной среды для жителей столицы и эффективного управления городским хозяйством.</a:t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1479849" y="6452057"/>
            <a:ext cx="4357545" cy="1722187"/>
            <a:chOff x="0" y="0"/>
            <a:chExt cx="1147666" cy="45358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147666" cy="453580"/>
            </a:xfrm>
            <a:custGeom>
              <a:rect b="b" l="l" r="r" t="t"/>
              <a:pathLst>
                <a:path extrusionOk="0" h="453580" w="1147666">
                  <a:moveTo>
                    <a:pt x="90610" y="0"/>
                  </a:moveTo>
                  <a:lnTo>
                    <a:pt x="1057056" y="0"/>
                  </a:lnTo>
                  <a:cubicBezTo>
                    <a:pt x="1081087" y="0"/>
                    <a:pt x="1104134" y="9546"/>
                    <a:pt x="1121127" y="26539"/>
                  </a:cubicBezTo>
                  <a:cubicBezTo>
                    <a:pt x="1138120" y="43532"/>
                    <a:pt x="1147666" y="66579"/>
                    <a:pt x="1147666" y="90610"/>
                  </a:cubicBezTo>
                  <a:lnTo>
                    <a:pt x="1147666" y="362970"/>
                  </a:lnTo>
                  <a:cubicBezTo>
                    <a:pt x="1147666" y="387001"/>
                    <a:pt x="1138120" y="410048"/>
                    <a:pt x="1121127" y="427041"/>
                  </a:cubicBezTo>
                  <a:cubicBezTo>
                    <a:pt x="1104134" y="444034"/>
                    <a:pt x="1081087" y="453580"/>
                    <a:pt x="1057056" y="453580"/>
                  </a:cubicBezTo>
                  <a:lnTo>
                    <a:pt x="90610" y="453580"/>
                  </a:lnTo>
                  <a:cubicBezTo>
                    <a:pt x="66579" y="453580"/>
                    <a:pt x="43532" y="444034"/>
                    <a:pt x="26539" y="427041"/>
                  </a:cubicBezTo>
                  <a:cubicBezTo>
                    <a:pt x="9546" y="410048"/>
                    <a:pt x="0" y="387001"/>
                    <a:pt x="0" y="362970"/>
                  </a:cubicBezTo>
                  <a:lnTo>
                    <a:pt x="0" y="90610"/>
                  </a:lnTo>
                  <a:cubicBezTo>
                    <a:pt x="0" y="66579"/>
                    <a:pt x="9546" y="43532"/>
                    <a:pt x="26539" y="26539"/>
                  </a:cubicBezTo>
                  <a:cubicBezTo>
                    <a:pt x="43532" y="9546"/>
                    <a:pt x="66579" y="0"/>
                    <a:pt x="90610" y="0"/>
                  </a:cubicBezTo>
                  <a:close/>
                </a:path>
              </a:pathLst>
            </a:custGeom>
            <a:solidFill>
              <a:srgbClr val="E3051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9525"/>
              <a:ext cx="1147666" cy="444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1479849" y="2263983"/>
            <a:ext cx="4357545" cy="1722187"/>
            <a:chOff x="0" y="0"/>
            <a:chExt cx="1147666" cy="45358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147666" cy="453580"/>
            </a:xfrm>
            <a:custGeom>
              <a:rect b="b" l="l" r="r" t="t"/>
              <a:pathLst>
                <a:path extrusionOk="0" h="453580" w="1147666">
                  <a:moveTo>
                    <a:pt x="90610" y="0"/>
                  </a:moveTo>
                  <a:lnTo>
                    <a:pt x="1057056" y="0"/>
                  </a:lnTo>
                  <a:cubicBezTo>
                    <a:pt x="1081087" y="0"/>
                    <a:pt x="1104134" y="9546"/>
                    <a:pt x="1121127" y="26539"/>
                  </a:cubicBezTo>
                  <a:cubicBezTo>
                    <a:pt x="1138120" y="43532"/>
                    <a:pt x="1147666" y="66579"/>
                    <a:pt x="1147666" y="90610"/>
                  </a:cubicBezTo>
                  <a:lnTo>
                    <a:pt x="1147666" y="362970"/>
                  </a:lnTo>
                  <a:cubicBezTo>
                    <a:pt x="1147666" y="387001"/>
                    <a:pt x="1138120" y="410048"/>
                    <a:pt x="1121127" y="427041"/>
                  </a:cubicBezTo>
                  <a:cubicBezTo>
                    <a:pt x="1104134" y="444034"/>
                    <a:pt x="1081087" y="453580"/>
                    <a:pt x="1057056" y="453580"/>
                  </a:cubicBezTo>
                  <a:lnTo>
                    <a:pt x="90610" y="453580"/>
                  </a:lnTo>
                  <a:cubicBezTo>
                    <a:pt x="66579" y="453580"/>
                    <a:pt x="43532" y="444034"/>
                    <a:pt x="26539" y="427041"/>
                  </a:cubicBezTo>
                  <a:cubicBezTo>
                    <a:pt x="9546" y="410048"/>
                    <a:pt x="0" y="387001"/>
                    <a:pt x="0" y="362970"/>
                  </a:cubicBezTo>
                  <a:lnTo>
                    <a:pt x="0" y="90610"/>
                  </a:lnTo>
                  <a:cubicBezTo>
                    <a:pt x="0" y="66579"/>
                    <a:pt x="9546" y="43532"/>
                    <a:pt x="26539" y="26539"/>
                  </a:cubicBezTo>
                  <a:cubicBezTo>
                    <a:pt x="43532" y="9546"/>
                    <a:pt x="66579" y="0"/>
                    <a:pt x="90610" y="0"/>
                  </a:cubicBezTo>
                  <a:close/>
                </a:path>
              </a:pathLst>
            </a:custGeom>
            <a:solidFill>
              <a:srgbClr val="E3051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9525"/>
              <a:ext cx="1147666" cy="444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11663957" y="2624379"/>
            <a:ext cx="947237" cy="89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1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9+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1663958" y="4718791"/>
            <a:ext cx="1213842" cy="89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199">
                <a:solidFill>
                  <a:srgbClr val="FFFFFF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30</a:t>
            </a:r>
            <a:r>
              <a:rPr b="1" lang="ru-RU" sz="51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1663958" y="6812453"/>
            <a:ext cx="1213842" cy="89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199">
                <a:solidFill>
                  <a:srgbClr val="FFFFFF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60</a:t>
            </a:r>
            <a:r>
              <a:rPr b="1" lang="ru-RU" sz="51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3071005" y="2750404"/>
            <a:ext cx="2306579" cy="105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лет деятельности Управления инноваций</a:t>
            </a:r>
            <a:endParaRPr sz="199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3071005" y="4492391"/>
            <a:ext cx="2766389" cy="1406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функциональных заказчиков, участвовавших в пилотных проектах</a:t>
            </a:r>
            <a:endParaRPr sz="199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3071005" y="6762265"/>
            <a:ext cx="2766389" cy="1054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успешно реализованных проектов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1608237" y="6399104"/>
            <a:ext cx="7535763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Пилотирование осуществляется </a:t>
            </a:r>
            <a:r>
              <a:rPr b="1" lang="ru-RU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за счет средств гранта</a:t>
            </a:r>
            <a:r>
              <a:rPr lang="ru-RU" sz="24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 Управления инноваций при участии нашей команды и стороннего подрядчика.</a:t>
            </a:r>
            <a:endParaRPr sz="24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" name="Google Shape;128;p2"/>
          <p:cNvCxnSpPr/>
          <p:nvPr/>
        </p:nvCxnSpPr>
        <p:spPr>
          <a:xfrm>
            <a:off x="1721073" y="6223806"/>
            <a:ext cx="7422927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/>
          <p:nvPr/>
        </p:nvSpPr>
        <p:spPr>
          <a:xfrm>
            <a:off x="1028700" y="1028700"/>
            <a:ext cx="716176" cy="1235283"/>
          </a:xfrm>
          <a:custGeom>
            <a:rect b="b" l="l" r="r" t="t"/>
            <a:pathLst>
              <a:path extrusionOk="0" h="1235283" w="716176">
                <a:moveTo>
                  <a:pt x="0" y="0"/>
                </a:moveTo>
                <a:lnTo>
                  <a:pt x="716176" y="0"/>
                </a:lnTo>
                <a:lnTo>
                  <a:pt x="716176" y="1235283"/>
                </a:lnTo>
                <a:lnTo>
                  <a:pt x="0" y="1235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3"/>
          <p:cNvGrpSpPr/>
          <p:nvPr/>
        </p:nvGrpSpPr>
        <p:grpSpPr>
          <a:xfrm>
            <a:off x="16880099" y="1028700"/>
            <a:ext cx="758402" cy="8108537"/>
            <a:chOff x="0" y="0"/>
            <a:chExt cx="1011203" cy="10811383"/>
          </a:xfrm>
        </p:grpSpPr>
        <p:sp>
          <p:nvSpPr>
            <p:cNvPr id="135" name="Google Shape;135;p3"/>
            <p:cNvSpPr/>
            <p:nvPr/>
          </p:nvSpPr>
          <p:spPr>
            <a:xfrm>
              <a:off x="486551" y="0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0" y="5050270"/>
              <a:ext cx="1011203" cy="65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998">
                  <a:solidFill>
                    <a:srgbClr val="191919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06</a:t>
              </a:r>
              <a:endParaRPr b="1" sz="2998">
                <a:solidFill>
                  <a:srgbClr val="191919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86551" y="6798183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3"/>
          <p:cNvSpPr txBox="1"/>
          <p:nvPr/>
        </p:nvSpPr>
        <p:spPr>
          <a:xfrm>
            <a:off x="2013942" y="1333604"/>
            <a:ext cx="10863858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ПРЕИМУЩЕСТВА РАБОТЫ С НАМИ</a:t>
            </a:r>
            <a:endParaRPr b="1" sz="5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2013942" y="2812107"/>
            <a:ext cx="13578483" cy="4847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Компетенции и сопровождение:</a:t>
            </a:r>
            <a:r>
              <a:rPr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Превращаем сложные идеи в жизнеспособные решения с рекомендациями по масштабированию.</a:t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just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Методология оценки: </a:t>
            </a: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Разработали собственный подход для отбора и пилотирования идей.</a:t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Актуальный реестр инноваций:</a:t>
            </a:r>
            <a:r>
              <a:rPr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Постоянно обновляем пул инновационных решений, готовых </a:t>
            </a:r>
            <a:b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к тестированию.</a:t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Быстрое и доступное создание MVP: </a:t>
            </a: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Экономичный запуск и тестирование минимально жизнеспособных продуктов.</a:t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Экспериментальная лаборатория для департаментов Москвы:</a:t>
            </a:r>
            <a:r>
              <a:rPr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Платформа для проверки гипотез </a:t>
            </a:r>
            <a:b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и инноваций в интересах города.</a:t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lang="ru-RU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Экспертная поддержка: </a:t>
            </a:r>
            <a:r>
              <a:rPr lang="ru-RU" sz="2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Сопровождаем каждый этап пилота, анализируем и оцениваем результаты.</a:t>
            </a:r>
            <a:endParaRPr sz="2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539281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6788" y="543268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6377842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1913" y="7202794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4788" y="3669113"/>
            <a:ext cx="612000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6459" y="2770990"/>
            <a:ext cx="576000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/>
          <p:nvPr/>
        </p:nvSpPr>
        <p:spPr>
          <a:xfrm>
            <a:off x="1028700" y="1028700"/>
            <a:ext cx="716176" cy="1235283"/>
          </a:xfrm>
          <a:custGeom>
            <a:rect b="b" l="l" r="r" t="t"/>
            <a:pathLst>
              <a:path extrusionOk="0" h="1235283" w="716176">
                <a:moveTo>
                  <a:pt x="0" y="0"/>
                </a:moveTo>
                <a:lnTo>
                  <a:pt x="716176" y="0"/>
                </a:lnTo>
                <a:lnTo>
                  <a:pt x="716176" y="1235283"/>
                </a:lnTo>
                <a:lnTo>
                  <a:pt x="0" y="1235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1721072" y="3399187"/>
            <a:ext cx="7422927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p4"/>
          <p:cNvGrpSpPr/>
          <p:nvPr/>
        </p:nvGrpSpPr>
        <p:grpSpPr>
          <a:xfrm>
            <a:off x="16880099" y="1028700"/>
            <a:ext cx="758402" cy="8108537"/>
            <a:chOff x="0" y="0"/>
            <a:chExt cx="1011203" cy="10811383"/>
          </a:xfrm>
        </p:grpSpPr>
        <p:sp>
          <p:nvSpPr>
            <p:cNvPr id="153" name="Google Shape;153;p4"/>
            <p:cNvSpPr/>
            <p:nvPr/>
          </p:nvSpPr>
          <p:spPr>
            <a:xfrm>
              <a:off x="486551" y="0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5050270"/>
              <a:ext cx="1011203" cy="65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998">
                  <a:solidFill>
                    <a:srgbClr val="191919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03</a:t>
              </a:r>
              <a:endParaRPr b="1" sz="2998">
                <a:solidFill>
                  <a:srgbClr val="191919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486551" y="6798183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4"/>
          <p:cNvSpPr txBox="1"/>
          <p:nvPr/>
        </p:nvSpPr>
        <p:spPr>
          <a:xfrm>
            <a:off x="2013942" y="1333604"/>
            <a:ext cx="5834658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ОБРАБОТКА ИДЕЙ</a:t>
            </a:r>
            <a:endParaRPr b="1" sz="5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1721073" y="2384891"/>
            <a:ext cx="7422927" cy="884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FF0700"/>
                </a:solidFill>
                <a:latin typeface="Roboto"/>
                <a:ea typeface="Roboto"/>
                <a:cs typeface="Roboto"/>
                <a:sym typeface="Roboto"/>
              </a:rPr>
              <a:t>Управление инноваций </a:t>
            </a:r>
            <a:r>
              <a:rPr lang="ru-RU" sz="24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обладает собственной системой оценки инновационных проектов:</a:t>
            </a:r>
            <a:endParaRPr sz="24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744876" y="3604338"/>
            <a:ext cx="7627724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lang="ru-RU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Формирование идей: </a:t>
            </a: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Прием идей от органов исполнительной власти и на основе внутренних исследований Управления инноваций</a:t>
            </a:r>
            <a:endParaRPr sz="18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1721072" y="4696024"/>
            <a:ext cx="7422927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4"/>
          <p:cNvSpPr/>
          <p:nvPr/>
        </p:nvSpPr>
        <p:spPr>
          <a:xfrm>
            <a:off x="10820400" y="1714501"/>
            <a:ext cx="5118361" cy="5856694"/>
          </a:xfrm>
          <a:custGeom>
            <a:rect b="b" l="l" r="r" t="t"/>
            <a:pathLst>
              <a:path extrusionOk="0" h="6556225" w="6353578">
                <a:moveTo>
                  <a:pt x="0" y="0"/>
                </a:moveTo>
                <a:lnTo>
                  <a:pt x="6353578" y="0"/>
                </a:lnTo>
                <a:lnTo>
                  <a:pt x="6353578" y="6556225"/>
                </a:lnTo>
                <a:lnTo>
                  <a:pt x="0" y="6556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17580" y="7353300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11969880" y="2097633"/>
            <a:ext cx="2819400" cy="872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FF0700"/>
                </a:solidFill>
                <a:latin typeface="Roboto"/>
                <a:ea typeface="Roboto"/>
                <a:cs typeface="Roboto"/>
                <a:sym typeface="Roboto"/>
              </a:rPr>
              <a:t>Формирование идей</a:t>
            </a:r>
            <a:endParaRPr/>
          </a:p>
          <a:p>
            <a:pPr indent="0" lvl="0" marL="0" marR="0" rtl="0" algn="ctr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300+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11969880" y="3742381"/>
            <a:ext cx="2819400" cy="872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FF0700"/>
                </a:solidFill>
                <a:latin typeface="Roboto"/>
                <a:ea typeface="Roboto"/>
                <a:cs typeface="Roboto"/>
                <a:sym typeface="Roboto"/>
              </a:rPr>
              <a:t>Первичный отбор</a:t>
            </a:r>
            <a:endParaRPr/>
          </a:p>
          <a:p>
            <a:pPr indent="0" lvl="0" marL="0" marR="0" rtl="0" algn="ctr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180+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11940356" y="5061537"/>
            <a:ext cx="2819400" cy="872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FF0700"/>
                </a:solidFill>
                <a:latin typeface="Roboto"/>
                <a:ea typeface="Roboto"/>
                <a:cs typeface="Roboto"/>
                <a:sym typeface="Roboto"/>
              </a:rPr>
              <a:t>Скоринг</a:t>
            </a:r>
            <a:endParaRPr/>
          </a:p>
          <a:p>
            <a:pPr indent="0" lvl="0" marL="0" marR="0" rtl="0" algn="ctr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65+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1940356" y="6233066"/>
            <a:ext cx="2819400" cy="872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FF0700"/>
                </a:solidFill>
                <a:latin typeface="Roboto"/>
                <a:ea typeface="Roboto"/>
                <a:cs typeface="Roboto"/>
                <a:sym typeface="Roboto"/>
              </a:rPr>
              <a:t>Проработка</a:t>
            </a:r>
            <a:endParaRPr/>
          </a:p>
          <a:p>
            <a:pPr indent="0" lvl="0" marL="0" marR="0" rtl="0" algn="ctr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40+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14518333" y="2808725"/>
            <a:ext cx="977038" cy="46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7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Идей за 2024 год.</a:t>
            </a:r>
            <a:endParaRPr i="1" sz="7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760798" y="4914900"/>
            <a:ext cx="742292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lang="ru-RU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Первичный отбор</a:t>
            </a: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Отсев идей по критериям: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Доработка уже имеющегося функционала продукта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Уже реализовано бизнесом или ОИВом в России</a:t>
            </a:r>
            <a:endParaRPr/>
          </a:p>
        </p:txBody>
      </p:sp>
      <p:cxnSp>
        <p:nvCxnSpPr>
          <p:cNvPr id="168" name="Google Shape;168;p4"/>
          <p:cNvCxnSpPr/>
          <p:nvPr/>
        </p:nvCxnSpPr>
        <p:spPr>
          <a:xfrm>
            <a:off x="1721071" y="6304062"/>
            <a:ext cx="7422927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4"/>
          <p:cNvSpPr txBox="1"/>
          <p:nvPr/>
        </p:nvSpPr>
        <p:spPr>
          <a:xfrm>
            <a:off x="1773308" y="6499473"/>
            <a:ext cx="7422927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b="1" lang="ru-RU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Скоринг: </a:t>
            </a: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Составление паспорта идей по 21 критерию, в т.ч.: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Целевая аудитория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Эффекты и преимущества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т.д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13976848" y="4301018"/>
            <a:ext cx="977038" cy="46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7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Идей за 2024 год.</a:t>
            </a:r>
            <a:endParaRPr i="1" sz="7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13653061" y="5497554"/>
            <a:ext cx="977038" cy="46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7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Идей за 2024 год.</a:t>
            </a:r>
            <a:endParaRPr i="1" sz="7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" name="Google Shape;172;p4"/>
          <p:cNvCxnSpPr/>
          <p:nvPr/>
        </p:nvCxnSpPr>
        <p:spPr>
          <a:xfrm>
            <a:off x="1721071" y="8359387"/>
            <a:ext cx="7422927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4"/>
          <p:cNvSpPr txBox="1"/>
          <p:nvPr/>
        </p:nvSpPr>
        <p:spPr>
          <a:xfrm>
            <a:off x="1760798" y="8474559"/>
            <a:ext cx="8145202" cy="783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b="1" lang="ru-RU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Проработка: </a:t>
            </a: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Определение с функциональным заказчиком релевантных границ пилотного проекта (объект, площадка, сроки и т.д.)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/>
          <p:nvPr/>
        </p:nvSpPr>
        <p:spPr>
          <a:xfrm rot="4605386">
            <a:off x="694805" y="8896620"/>
            <a:ext cx="1493724" cy="1576209"/>
          </a:xfrm>
          <a:custGeom>
            <a:rect b="b" l="l" r="r" t="t"/>
            <a:pathLst>
              <a:path extrusionOk="0" h="327953" w="327953">
                <a:moveTo>
                  <a:pt x="323238" y="164943"/>
                </a:moveTo>
                <a:cubicBezTo>
                  <a:pt x="323238" y="252367"/>
                  <a:pt x="252367" y="323238"/>
                  <a:pt x="164943" y="323238"/>
                </a:cubicBezTo>
                <a:cubicBezTo>
                  <a:pt x="77518" y="323238"/>
                  <a:pt x="6647" y="252367"/>
                  <a:pt x="6647" y="164943"/>
                </a:cubicBezTo>
                <a:cubicBezTo>
                  <a:pt x="6647" y="77519"/>
                  <a:pt x="77518" y="6647"/>
                  <a:pt x="164943" y="6647"/>
                </a:cubicBezTo>
                <a:cubicBezTo>
                  <a:pt x="252367" y="6647"/>
                  <a:pt x="323238" y="77519"/>
                  <a:pt x="323238" y="164943"/>
                </a:cubicBezTo>
                <a:close/>
              </a:path>
            </a:pathLst>
          </a:custGeom>
          <a:solidFill>
            <a:srgbClr val="D2D2D2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 rot="4605386">
            <a:off x="-1250940" y="6553953"/>
            <a:ext cx="3508724" cy="3554598"/>
          </a:xfrm>
          <a:custGeom>
            <a:rect b="b" l="l" r="r" t="t"/>
            <a:pathLst>
              <a:path extrusionOk="0" h="327953" w="327953">
                <a:moveTo>
                  <a:pt x="323238" y="164943"/>
                </a:moveTo>
                <a:cubicBezTo>
                  <a:pt x="323238" y="252367"/>
                  <a:pt x="252367" y="323238"/>
                  <a:pt x="164943" y="323238"/>
                </a:cubicBezTo>
                <a:cubicBezTo>
                  <a:pt x="77519" y="323238"/>
                  <a:pt x="6648" y="252367"/>
                  <a:pt x="6648" y="164943"/>
                </a:cubicBezTo>
                <a:cubicBezTo>
                  <a:pt x="6648" y="77519"/>
                  <a:pt x="77519" y="6648"/>
                  <a:pt x="164943" y="6648"/>
                </a:cubicBezTo>
                <a:cubicBezTo>
                  <a:pt x="252367" y="6648"/>
                  <a:pt x="323238" y="77519"/>
                  <a:pt x="323238" y="164943"/>
                </a:cubicBezTo>
                <a:close/>
              </a:path>
            </a:pathLst>
          </a:custGeom>
          <a:solidFill>
            <a:srgbClr val="D2D2D2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1117139" y="497465"/>
            <a:ext cx="1384187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 мы ищем идеи? Мониторинг кейсов и трендов</a:t>
            </a:r>
            <a:endParaRPr/>
          </a:p>
        </p:txBody>
      </p:sp>
      <p:grpSp>
        <p:nvGrpSpPr>
          <p:cNvPr id="182" name="Google Shape;182;p5"/>
          <p:cNvGrpSpPr/>
          <p:nvPr/>
        </p:nvGrpSpPr>
        <p:grpSpPr>
          <a:xfrm>
            <a:off x="921686" y="2348782"/>
            <a:ext cx="5680814" cy="6063059"/>
            <a:chOff x="522734" y="3642056"/>
            <a:chExt cx="2998181" cy="2085924"/>
          </a:xfrm>
        </p:grpSpPr>
        <p:sp>
          <p:nvSpPr>
            <p:cNvPr id="183" name="Google Shape;183;p5"/>
            <p:cNvSpPr/>
            <p:nvPr/>
          </p:nvSpPr>
          <p:spPr>
            <a:xfrm>
              <a:off x="522734" y="3642056"/>
              <a:ext cx="2998181" cy="2085924"/>
            </a:xfrm>
            <a:prstGeom prst="roundRect">
              <a:avLst>
                <a:gd fmla="val 1088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590753" y="3804847"/>
              <a:ext cx="2862142" cy="17947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1. Регулярный сбор идей от ОИВ, продуктов ДИТ, анализ предложений поставщиков</a:t>
              </a:r>
              <a:endParaRPr/>
            </a:p>
            <a:p>
              <a:pPr indent="0" lvl="0" marL="0" marR="0" rtl="0" algn="l">
                <a:spcBef>
                  <a:spcPts val="360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2. Мониторинг технологических трендов и мировых кейсов инноваций: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0513" lvl="0" marL="428625" marR="0" rtl="0" algn="l">
                <a:spcBef>
                  <a:spcPts val="90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анализ публикаций на тему новых технологий и инновационных решений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0513" lvl="0" marL="428625" marR="0" rtl="0" algn="l">
                <a:spcBef>
                  <a:spcPts val="90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группировка кейсов </a:t>
              </a:r>
              <a:b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и выявление связей и трендов </a:t>
              </a:r>
              <a:b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для отслеживания уровней готовности технологий</a:t>
              </a:r>
              <a:endParaRPr/>
            </a:p>
          </p:txBody>
        </p:sp>
      </p:grpSp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2129" y="1096391"/>
            <a:ext cx="10324187" cy="854883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/>
        </p:nvSpPr>
        <p:spPr>
          <a:xfrm>
            <a:off x="1117139" y="497465"/>
            <a:ext cx="1384187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Схема работы с проектом </a:t>
            </a:r>
            <a:endParaRPr/>
          </a:p>
        </p:txBody>
      </p:sp>
      <p:sp>
        <p:nvSpPr>
          <p:cNvPr id="193" name="Google Shape;193;p6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176840" y="3464834"/>
            <a:ext cx="2737935" cy="85830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Идея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910117" y="3461561"/>
            <a:ext cx="2843496" cy="85830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Оценка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6"/>
          <p:cNvCxnSpPr>
            <a:stCxn id="194" idx="3"/>
            <a:endCxn id="195" idx="1"/>
          </p:cNvCxnSpPr>
          <p:nvPr/>
        </p:nvCxnSpPr>
        <p:spPr>
          <a:xfrm flipH="1" rot="10800000">
            <a:off x="3914775" y="3890689"/>
            <a:ext cx="995400" cy="3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97" name="Google Shape;197;p6"/>
          <p:cNvSpPr/>
          <p:nvPr/>
        </p:nvSpPr>
        <p:spPr>
          <a:xfrm>
            <a:off x="8853860" y="3461558"/>
            <a:ext cx="2843495" cy="85830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Предпроектная проработка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6"/>
          <p:cNvCxnSpPr>
            <a:stCxn id="195" idx="3"/>
            <a:endCxn id="197" idx="1"/>
          </p:cNvCxnSpPr>
          <p:nvPr/>
        </p:nvCxnSpPr>
        <p:spPr>
          <a:xfrm>
            <a:off x="7753613" y="3890716"/>
            <a:ext cx="11001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99" name="Google Shape;199;p6"/>
          <p:cNvSpPr/>
          <p:nvPr/>
        </p:nvSpPr>
        <p:spPr>
          <a:xfrm>
            <a:off x="13008989" y="3461558"/>
            <a:ext cx="4330844" cy="85830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Пилотирование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6"/>
          <p:cNvCxnSpPr>
            <a:stCxn id="197" idx="3"/>
            <a:endCxn id="199" idx="1"/>
          </p:cNvCxnSpPr>
          <p:nvPr/>
        </p:nvCxnSpPr>
        <p:spPr>
          <a:xfrm>
            <a:off x="11697355" y="3890713"/>
            <a:ext cx="13116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01" name="Google Shape;201;p6"/>
          <p:cNvSpPr/>
          <p:nvPr/>
        </p:nvSpPr>
        <p:spPr>
          <a:xfrm>
            <a:off x="1176840" y="4678401"/>
            <a:ext cx="2737935" cy="2907516"/>
          </a:xfrm>
          <a:prstGeom prst="roundRect">
            <a:avLst>
              <a:gd fmla="val 15118" name="adj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Самостоятельный поиск идей 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Сбор идей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 ОИВ,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других продуктов, потенциальных исполнителей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910117" y="4678400"/>
            <a:ext cx="2843496" cy="2911601"/>
          </a:xfrm>
          <a:prstGeom prst="roundRect">
            <a:avLst>
              <a:gd fmla="val 13186" name="adj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Методология оценки 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Сама оценка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Проверка потребительских гипотез через исследования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8853860" y="4712204"/>
            <a:ext cx="2843496" cy="2873714"/>
          </a:xfrm>
          <a:prstGeom prst="roundRect">
            <a:avLst>
              <a:gd fmla="val 13186" name="adj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Поиск и работа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заказчиками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потенциальными исполнителями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Формирование ТЗ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Закупки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3008989" y="4710337"/>
            <a:ext cx="4330844" cy="2922392"/>
          </a:xfrm>
          <a:prstGeom prst="roundRect">
            <a:avLst>
              <a:gd fmla="val 11140" name="adj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Создание MVP,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обучение моделей,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проверка технических гипотез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Постпилотное сопровождение: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отладка/дообучение, оценка масштабирования,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оформление и передача РИД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4324187" y="8267700"/>
            <a:ext cx="10140347" cy="830997"/>
          </a:xfrm>
          <a:prstGeom prst="rect">
            <a:avLst/>
          </a:prstGeom>
          <a:solidFill>
            <a:srgbClr val="F151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РЕЗУЛЬТАТ: РАБОТАЮЩЕЕ РЕШЕНИЕ-  MVP (РИД), ВОЗМОЖНОСТЬ ПЕРЕИСПОЛЬЗОВАНИЯ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Фигура органическое натуральное угла" id="210" name="Google Shape;2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45362" y="3685028"/>
            <a:ext cx="957321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 rot="7283598">
            <a:off x="14704330" y="-2910524"/>
            <a:ext cx="4809362" cy="8540337"/>
          </a:xfrm>
          <a:custGeom>
            <a:rect b="b" l="l" r="r" t="t"/>
            <a:pathLst>
              <a:path extrusionOk="0" h="5693558" w="4095612">
                <a:moveTo>
                  <a:pt x="2100062" y="95030"/>
                </a:moveTo>
                <a:cubicBezTo>
                  <a:pt x="1689453" y="325510"/>
                  <a:pt x="1931608" y="1016948"/>
                  <a:pt x="1546403" y="1870697"/>
                </a:cubicBezTo>
                <a:cubicBezTo>
                  <a:pt x="1045215" y="2981445"/>
                  <a:pt x="146356" y="2894772"/>
                  <a:pt x="40761" y="3594247"/>
                </a:cubicBezTo>
                <a:cubicBezTo>
                  <a:pt x="-84403" y="4423295"/>
                  <a:pt x="992090" y="5778712"/>
                  <a:pt x="2173230" y="5675659"/>
                </a:cubicBezTo>
                <a:cubicBezTo>
                  <a:pt x="3383533" y="5570043"/>
                  <a:pt x="3911728" y="4002168"/>
                  <a:pt x="4033251" y="3210808"/>
                </a:cubicBezTo>
                <a:cubicBezTo>
                  <a:pt x="4177883" y="2268984"/>
                  <a:pt x="3954781" y="1070796"/>
                  <a:pt x="3207124" y="440213"/>
                </a:cubicBezTo>
                <a:cubicBezTo>
                  <a:pt x="3132335" y="377102"/>
                  <a:pt x="2519042" y="-140158"/>
                  <a:pt x="2100062" y="9503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1117139" y="497465"/>
            <a:ext cx="502260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Жизненный цикл идеи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568442" y="2063934"/>
            <a:ext cx="2778885" cy="168927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Первичная оценка: </a:t>
            </a:r>
            <a:b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быстрый отсев очевидно непроходных идей</a:t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03276" y="5059759"/>
            <a:ext cx="2950794" cy="228640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Полная оценка:</a:t>
            </a:r>
            <a:b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паспорт идеи </a:t>
            </a:r>
            <a:b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 подробным описанием, оценка </a:t>
            </a:r>
            <a:b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 присвоение рейтинга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133384" y="7585480"/>
            <a:ext cx="2983404" cy="128842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Идея рекомендована к пилотированию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(в том числе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рисками)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133384" y="5676008"/>
            <a:ext cx="2994276" cy="104433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Есть критические проблемы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пилотирования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7782546" y="6524078"/>
            <a:ext cx="3120105" cy="339797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Предпроектная проработка: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коммуникация </a:t>
            </a:r>
            <a:b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 функциональным заказчиком (возможна докрутка идеи), поиск потенциальных исполнителей,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написание ТЗ и др.</a:t>
            </a:r>
            <a:endParaRPr/>
          </a:p>
        </p:txBody>
      </p:sp>
      <p:grpSp>
        <p:nvGrpSpPr>
          <p:cNvPr id="218" name="Google Shape;218;p7"/>
          <p:cNvGrpSpPr/>
          <p:nvPr/>
        </p:nvGrpSpPr>
        <p:grpSpPr>
          <a:xfrm>
            <a:off x="13677896" y="4494173"/>
            <a:ext cx="2383448" cy="909594"/>
            <a:chOff x="9845143" y="385054"/>
            <a:chExt cx="1580250" cy="528503"/>
          </a:xfrm>
        </p:grpSpPr>
        <p:sp>
          <p:nvSpPr>
            <p:cNvPr id="219" name="Google Shape;219;p7"/>
            <p:cNvSpPr/>
            <p:nvPr/>
          </p:nvSpPr>
          <p:spPr>
            <a:xfrm>
              <a:off x="9845143" y="403696"/>
              <a:ext cx="1552531" cy="509861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9872862" y="385054"/>
              <a:ext cx="1552531" cy="40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ru-RU" sz="2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Закрытие идеи</a:t>
              </a:r>
              <a:endParaRPr/>
            </a:p>
          </p:txBody>
        </p:sp>
      </p:grpSp>
      <p:grpSp>
        <p:nvGrpSpPr>
          <p:cNvPr id="221" name="Google Shape;221;p7"/>
          <p:cNvGrpSpPr/>
          <p:nvPr/>
        </p:nvGrpSpPr>
        <p:grpSpPr>
          <a:xfrm>
            <a:off x="13677898" y="9000842"/>
            <a:ext cx="2328797" cy="798896"/>
            <a:chOff x="10172290" y="5480424"/>
            <a:chExt cx="1552531" cy="532597"/>
          </a:xfrm>
        </p:grpSpPr>
        <p:sp>
          <p:nvSpPr>
            <p:cNvPr id="222" name="Google Shape;222;p7"/>
            <p:cNvSpPr/>
            <p:nvPr/>
          </p:nvSpPr>
          <p:spPr>
            <a:xfrm>
              <a:off x="10172290" y="5480424"/>
              <a:ext cx="1552531" cy="532597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10195739" y="5508833"/>
              <a:ext cx="1468415" cy="40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8575" lIns="137150" spcFirstLastPara="1" rIns="137150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ru-RU" sz="2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Пилотирование</a:t>
              </a:r>
              <a:endParaRPr/>
            </a:p>
          </p:txBody>
        </p:sp>
      </p:grpSp>
      <p:sp>
        <p:nvSpPr>
          <p:cNvPr id="224" name="Google Shape;224;p7"/>
          <p:cNvSpPr txBox="1"/>
          <p:nvPr/>
        </p:nvSpPr>
        <p:spPr>
          <a:xfrm>
            <a:off x="-15363320" y="10633028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70167" y="2334660"/>
            <a:ext cx="1139820" cy="1168296"/>
          </a:xfrm>
          <a:custGeom>
            <a:rect b="b" l="l" r="r" t="t"/>
            <a:pathLst>
              <a:path extrusionOk="0" h="2286000" w="2286000">
                <a:moveTo>
                  <a:pt x="1143000" y="0"/>
                </a:moveTo>
                <a:cubicBezTo>
                  <a:pt x="511740" y="0"/>
                  <a:pt x="0" y="511740"/>
                  <a:pt x="0" y="1143000"/>
                </a:cubicBezTo>
                <a:cubicBezTo>
                  <a:pt x="0" y="1774260"/>
                  <a:pt x="511740" y="2286000"/>
                  <a:pt x="1143000" y="2286000"/>
                </a:cubicBezTo>
                <a:cubicBezTo>
                  <a:pt x="1774260" y="2286000"/>
                  <a:pt x="2286000" y="1774260"/>
                  <a:pt x="2286000" y="1143000"/>
                </a:cubicBezTo>
                <a:cubicBezTo>
                  <a:pt x="2286000" y="511740"/>
                  <a:pt x="1774250" y="0"/>
                  <a:pt x="1143000" y="0"/>
                </a:cubicBezTo>
                <a:close/>
                <a:moveTo>
                  <a:pt x="1143000" y="1714500"/>
                </a:moveTo>
                <a:cubicBezTo>
                  <a:pt x="827370" y="1714500"/>
                  <a:pt x="571500" y="1458630"/>
                  <a:pt x="571500" y="1143000"/>
                </a:cubicBezTo>
                <a:cubicBezTo>
                  <a:pt x="571500" y="827370"/>
                  <a:pt x="827370" y="571500"/>
                  <a:pt x="1143000" y="571500"/>
                </a:cubicBezTo>
                <a:cubicBezTo>
                  <a:pt x="1458630" y="571500"/>
                  <a:pt x="1714500" y="827370"/>
                  <a:pt x="1714500" y="1143000"/>
                </a:cubicBezTo>
                <a:cubicBezTo>
                  <a:pt x="1714500" y="1458630"/>
                  <a:pt x="1458630" y="1714500"/>
                  <a:pt x="1143000" y="1714500"/>
                </a:cubicBezTo>
                <a:close/>
              </a:path>
            </a:pathLst>
          </a:custGeom>
          <a:solidFill>
            <a:srgbClr val="EF33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descr="Один сплошной круг, один кольцо и один круг заполнен с диагональными линиями" id="226" name="Google Shape;226;p7"/>
          <p:cNvGrpSpPr/>
          <p:nvPr/>
        </p:nvGrpSpPr>
        <p:grpSpPr>
          <a:xfrm>
            <a:off x="22715960" y="-3777407"/>
            <a:ext cx="3426585" cy="3426585"/>
            <a:chOff x="15143973" y="-2518271"/>
            <a:chExt cx="2284390" cy="2284390"/>
          </a:xfrm>
        </p:grpSpPr>
        <p:sp>
          <p:nvSpPr>
            <p:cNvPr id="227" name="Google Shape;227;p7"/>
            <p:cNvSpPr/>
            <p:nvPr/>
          </p:nvSpPr>
          <p:spPr>
            <a:xfrm>
              <a:off x="15264912" y="-2397332"/>
              <a:ext cx="507682" cy="507682"/>
            </a:xfrm>
            <a:custGeom>
              <a:rect b="b" l="l" r="r" t="t"/>
              <a:pathLst>
                <a:path extrusionOk="0" h="507682" w="507682">
                  <a:moveTo>
                    <a:pt x="449028" y="31709"/>
                  </a:moveTo>
                  <a:lnTo>
                    <a:pt x="31709" y="449028"/>
                  </a:lnTo>
                  <a:cubicBezTo>
                    <a:pt x="20526" y="468335"/>
                    <a:pt x="9954" y="487890"/>
                    <a:pt x="0" y="507683"/>
                  </a:cubicBezTo>
                  <a:lnTo>
                    <a:pt x="507683" y="0"/>
                  </a:lnTo>
                  <a:cubicBezTo>
                    <a:pt x="487890" y="9954"/>
                    <a:pt x="468335" y="20536"/>
                    <a:pt x="449028" y="31709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15190017" y="-2472227"/>
              <a:ext cx="771934" cy="771944"/>
            </a:xfrm>
            <a:custGeom>
              <a:rect b="b" l="l" r="r" t="t"/>
              <a:pathLst>
                <a:path extrusionOk="0" h="771944" w="771934">
                  <a:moveTo>
                    <a:pt x="732530" y="12478"/>
                  </a:moveTo>
                  <a:lnTo>
                    <a:pt x="12478" y="732530"/>
                  </a:lnTo>
                  <a:cubicBezTo>
                    <a:pt x="8096" y="745607"/>
                    <a:pt x="3896" y="758742"/>
                    <a:pt x="0" y="771944"/>
                  </a:cubicBezTo>
                  <a:lnTo>
                    <a:pt x="771935" y="0"/>
                  </a:lnTo>
                  <a:cubicBezTo>
                    <a:pt x="758733" y="3896"/>
                    <a:pt x="745607" y="8096"/>
                    <a:pt x="732530" y="12478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15157032" y="-2505231"/>
              <a:ext cx="952395" cy="952395"/>
            </a:xfrm>
            <a:custGeom>
              <a:rect b="b" l="l" r="r" t="t"/>
              <a:pathLst>
                <a:path extrusionOk="0" h="952395" w="952395">
                  <a:moveTo>
                    <a:pt x="919925" y="5534"/>
                  </a:moveTo>
                  <a:lnTo>
                    <a:pt x="5525" y="919934"/>
                  </a:lnTo>
                  <a:cubicBezTo>
                    <a:pt x="3524" y="930735"/>
                    <a:pt x="1686" y="941556"/>
                    <a:pt x="0" y="952395"/>
                  </a:cubicBezTo>
                  <a:lnTo>
                    <a:pt x="952395" y="0"/>
                  </a:lnTo>
                  <a:cubicBezTo>
                    <a:pt x="941546" y="1695"/>
                    <a:pt x="930726" y="3534"/>
                    <a:pt x="919925" y="5534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15144382" y="-2517861"/>
              <a:ext cx="1092145" cy="1092136"/>
            </a:xfrm>
            <a:custGeom>
              <a:rect b="b" l="l" r="r" t="t"/>
              <a:pathLst>
                <a:path extrusionOk="0" h="1092136" w="1092145">
                  <a:moveTo>
                    <a:pt x="1063628" y="1581"/>
                  </a:moveTo>
                  <a:lnTo>
                    <a:pt x="1581" y="1063619"/>
                  </a:lnTo>
                  <a:cubicBezTo>
                    <a:pt x="933" y="1073115"/>
                    <a:pt x="410" y="1082621"/>
                    <a:pt x="0" y="1092137"/>
                  </a:cubicBezTo>
                  <a:lnTo>
                    <a:pt x="1092146" y="0"/>
                  </a:lnTo>
                  <a:cubicBezTo>
                    <a:pt x="1082631" y="410"/>
                    <a:pt x="1073125" y="933"/>
                    <a:pt x="1063628" y="158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15143973" y="-2518271"/>
              <a:ext cx="1206293" cy="1206284"/>
            </a:xfrm>
            <a:custGeom>
              <a:rect b="b" l="l" r="r" t="t"/>
              <a:pathLst>
                <a:path extrusionOk="0" h="1206284" w="1206293">
                  <a:moveTo>
                    <a:pt x="1180500" y="0"/>
                  </a:moveTo>
                  <a:lnTo>
                    <a:pt x="0" y="1180490"/>
                  </a:lnTo>
                  <a:cubicBezTo>
                    <a:pt x="286" y="1189092"/>
                    <a:pt x="667" y="1197693"/>
                    <a:pt x="1143" y="1206284"/>
                  </a:cubicBezTo>
                  <a:lnTo>
                    <a:pt x="1206294" y="1143"/>
                  </a:lnTo>
                  <a:cubicBezTo>
                    <a:pt x="1197693" y="657"/>
                    <a:pt x="1189101" y="286"/>
                    <a:pt x="1180500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15152403" y="-2509841"/>
              <a:ext cx="1301810" cy="1301800"/>
            </a:xfrm>
            <a:custGeom>
              <a:rect b="b" l="l" r="r" t="t"/>
              <a:pathLst>
                <a:path extrusionOk="0" h="1301800" w="1301810">
                  <a:moveTo>
                    <a:pt x="1278103" y="0"/>
                  </a:moveTo>
                  <a:lnTo>
                    <a:pt x="0" y="1278093"/>
                  </a:lnTo>
                  <a:cubicBezTo>
                    <a:pt x="1000" y="1286008"/>
                    <a:pt x="2057" y="1293914"/>
                    <a:pt x="3229" y="1301801"/>
                  </a:cubicBezTo>
                  <a:lnTo>
                    <a:pt x="1301810" y="3229"/>
                  </a:lnTo>
                  <a:cubicBezTo>
                    <a:pt x="1293914" y="2067"/>
                    <a:pt x="1286008" y="1000"/>
                    <a:pt x="1278103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15169071" y="-2493172"/>
              <a:ext cx="1381163" cy="1381172"/>
            </a:xfrm>
            <a:custGeom>
              <a:rect b="b" l="l" r="r" t="t"/>
              <a:pathLst>
                <a:path extrusionOk="0" h="1381172" w="1381163">
                  <a:moveTo>
                    <a:pt x="1359227" y="0"/>
                  </a:moveTo>
                  <a:lnTo>
                    <a:pt x="0" y="1359227"/>
                  </a:lnTo>
                  <a:cubicBezTo>
                    <a:pt x="1581" y="1366561"/>
                    <a:pt x="3267" y="1373867"/>
                    <a:pt x="4991" y="1381173"/>
                  </a:cubicBezTo>
                  <a:lnTo>
                    <a:pt x="1381163" y="4991"/>
                  </a:lnTo>
                  <a:cubicBezTo>
                    <a:pt x="1373867" y="3267"/>
                    <a:pt x="1366561" y="1581"/>
                    <a:pt x="1359227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15192655" y="-2469588"/>
              <a:ext cx="1447076" cy="1447076"/>
            </a:xfrm>
            <a:custGeom>
              <a:rect b="b" l="l" r="r" t="t"/>
              <a:pathLst>
                <a:path extrusionOk="0" h="1447076" w="1447076">
                  <a:moveTo>
                    <a:pt x="1426531" y="0"/>
                  </a:moveTo>
                  <a:lnTo>
                    <a:pt x="0" y="1426531"/>
                  </a:lnTo>
                  <a:cubicBezTo>
                    <a:pt x="2086" y="1433389"/>
                    <a:pt x="4181" y="1440247"/>
                    <a:pt x="6391" y="1447076"/>
                  </a:cubicBezTo>
                  <a:lnTo>
                    <a:pt x="1447076" y="6391"/>
                  </a:lnTo>
                  <a:cubicBezTo>
                    <a:pt x="1440247" y="4182"/>
                    <a:pt x="1433389" y="2076"/>
                    <a:pt x="1426531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15222164" y="-2440080"/>
              <a:ext cx="1501197" cy="1501197"/>
            </a:xfrm>
            <a:custGeom>
              <a:rect b="b" l="l" r="r" t="t"/>
              <a:pathLst>
                <a:path extrusionOk="0" h="1501197" w="1501197">
                  <a:moveTo>
                    <a:pt x="1481976" y="0"/>
                  </a:moveTo>
                  <a:lnTo>
                    <a:pt x="0" y="1481976"/>
                  </a:lnTo>
                  <a:cubicBezTo>
                    <a:pt x="2515" y="1488396"/>
                    <a:pt x="5077" y="1494806"/>
                    <a:pt x="7725" y="1501197"/>
                  </a:cubicBezTo>
                  <a:lnTo>
                    <a:pt x="1501197" y="7725"/>
                  </a:lnTo>
                  <a:cubicBezTo>
                    <a:pt x="1494816" y="5086"/>
                    <a:pt x="1488405" y="2524"/>
                    <a:pt x="1481976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5256978" y="-2405275"/>
              <a:ext cx="1544850" cy="1544859"/>
            </a:xfrm>
            <a:custGeom>
              <a:rect b="b" l="l" r="r" t="t"/>
              <a:pathLst>
                <a:path extrusionOk="0" h="1544859" w="1544850">
                  <a:moveTo>
                    <a:pt x="1526829" y="0"/>
                  </a:moveTo>
                  <a:lnTo>
                    <a:pt x="0" y="1526839"/>
                  </a:lnTo>
                  <a:cubicBezTo>
                    <a:pt x="2915" y="1532868"/>
                    <a:pt x="5886" y="1538878"/>
                    <a:pt x="8915" y="1544860"/>
                  </a:cubicBezTo>
                  <a:lnTo>
                    <a:pt x="1544850" y="8915"/>
                  </a:lnTo>
                  <a:cubicBezTo>
                    <a:pt x="1538869" y="5886"/>
                    <a:pt x="1532858" y="2915"/>
                    <a:pt x="1526829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15296649" y="-2365604"/>
              <a:ext cx="1578883" cy="1578892"/>
            </a:xfrm>
            <a:custGeom>
              <a:rect b="b" l="l" r="r" t="t"/>
              <a:pathLst>
                <a:path extrusionOk="0" h="1578892" w="1578883">
                  <a:moveTo>
                    <a:pt x="1561948" y="0"/>
                  </a:moveTo>
                  <a:lnTo>
                    <a:pt x="0" y="1561957"/>
                  </a:lnTo>
                  <a:cubicBezTo>
                    <a:pt x="3277" y="1567625"/>
                    <a:pt x="6620" y="1573263"/>
                    <a:pt x="10001" y="1578893"/>
                  </a:cubicBezTo>
                  <a:lnTo>
                    <a:pt x="1578883" y="10011"/>
                  </a:lnTo>
                  <a:cubicBezTo>
                    <a:pt x="1573263" y="6620"/>
                    <a:pt x="1567625" y="3286"/>
                    <a:pt x="1561948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15340855" y="-2321389"/>
              <a:ext cx="1603924" cy="1603924"/>
            </a:xfrm>
            <a:custGeom>
              <a:rect b="b" l="l" r="r" t="t"/>
              <a:pathLst>
                <a:path extrusionOk="0" h="1603924" w="1603924">
                  <a:moveTo>
                    <a:pt x="1588008" y="0"/>
                  </a:moveTo>
                  <a:lnTo>
                    <a:pt x="0" y="1588008"/>
                  </a:lnTo>
                  <a:cubicBezTo>
                    <a:pt x="3629" y="1593333"/>
                    <a:pt x="7296" y="1598647"/>
                    <a:pt x="11020" y="1603924"/>
                  </a:cubicBezTo>
                  <a:lnTo>
                    <a:pt x="1603924" y="11020"/>
                  </a:lnTo>
                  <a:cubicBezTo>
                    <a:pt x="1598648" y="7287"/>
                    <a:pt x="1593333" y="3629"/>
                    <a:pt x="1588008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15389356" y="-2272887"/>
              <a:ext cx="1620421" cy="1620421"/>
            </a:xfrm>
            <a:custGeom>
              <a:rect b="b" l="l" r="r" t="t"/>
              <a:pathLst>
                <a:path extrusionOk="0" h="1620421" w="1620421">
                  <a:moveTo>
                    <a:pt x="1605467" y="0"/>
                  </a:moveTo>
                  <a:lnTo>
                    <a:pt x="0" y="1605467"/>
                  </a:lnTo>
                  <a:cubicBezTo>
                    <a:pt x="3962" y="1610468"/>
                    <a:pt x="7925" y="1615478"/>
                    <a:pt x="11982" y="1620422"/>
                  </a:cubicBezTo>
                  <a:lnTo>
                    <a:pt x="1620422" y="11982"/>
                  </a:lnTo>
                  <a:cubicBezTo>
                    <a:pt x="1615469" y="7925"/>
                    <a:pt x="1610468" y="3962"/>
                    <a:pt x="1605467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15441972" y="-2220271"/>
              <a:ext cx="1628670" cy="1628679"/>
            </a:xfrm>
            <a:custGeom>
              <a:rect b="b" l="l" r="r" t="t"/>
              <a:pathLst>
                <a:path extrusionOk="0" h="1628679" w="1628670">
                  <a:moveTo>
                    <a:pt x="1614697" y="0"/>
                  </a:moveTo>
                  <a:lnTo>
                    <a:pt x="0" y="1614697"/>
                  </a:lnTo>
                  <a:cubicBezTo>
                    <a:pt x="4277" y="1619383"/>
                    <a:pt x="8582" y="1624050"/>
                    <a:pt x="12954" y="1628680"/>
                  </a:cubicBezTo>
                  <a:lnTo>
                    <a:pt x="1628670" y="12954"/>
                  </a:lnTo>
                  <a:cubicBezTo>
                    <a:pt x="1624051" y="8582"/>
                    <a:pt x="1619383" y="4277"/>
                    <a:pt x="1614697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15498589" y="-2163655"/>
              <a:ext cx="1628908" cy="1628908"/>
            </a:xfrm>
            <a:custGeom>
              <a:rect b="b" l="l" r="r" t="t"/>
              <a:pathLst>
                <a:path extrusionOk="0" h="1628908" w="1628908">
                  <a:moveTo>
                    <a:pt x="1615935" y="0"/>
                  </a:moveTo>
                  <a:lnTo>
                    <a:pt x="0" y="1615935"/>
                  </a:lnTo>
                  <a:cubicBezTo>
                    <a:pt x="4610" y="1620326"/>
                    <a:pt x="9296" y="1624603"/>
                    <a:pt x="13964" y="1628908"/>
                  </a:cubicBezTo>
                  <a:lnTo>
                    <a:pt x="1628908" y="13964"/>
                  </a:lnTo>
                  <a:cubicBezTo>
                    <a:pt x="1624603" y="9296"/>
                    <a:pt x="1620326" y="4620"/>
                    <a:pt x="1615935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15559291" y="-2102961"/>
              <a:ext cx="1621059" cy="1621069"/>
            </a:xfrm>
            <a:custGeom>
              <a:rect b="b" l="l" r="r" t="t"/>
              <a:pathLst>
                <a:path extrusionOk="0" h="1621069" w="1621059">
                  <a:moveTo>
                    <a:pt x="1609001" y="0"/>
                  </a:moveTo>
                  <a:lnTo>
                    <a:pt x="0" y="1609011"/>
                  </a:lnTo>
                  <a:cubicBezTo>
                    <a:pt x="4934" y="1613087"/>
                    <a:pt x="9896" y="1617088"/>
                    <a:pt x="14878" y="1621069"/>
                  </a:cubicBezTo>
                  <a:lnTo>
                    <a:pt x="1621060" y="14878"/>
                  </a:lnTo>
                  <a:cubicBezTo>
                    <a:pt x="1617088" y="9896"/>
                    <a:pt x="1613078" y="4934"/>
                    <a:pt x="1609001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15624052" y="-2038191"/>
              <a:ext cx="1605048" cy="1605048"/>
            </a:xfrm>
            <a:custGeom>
              <a:rect b="b" l="l" r="r" t="t"/>
              <a:pathLst>
                <a:path extrusionOk="0" h="1605048" w="1605048">
                  <a:moveTo>
                    <a:pt x="1593952" y="0"/>
                  </a:moveTo>
                  <a:lnTo>
                    <a:pt x="0" y="1593942"/>
                  </a:lnTo>
                  <a:cubicBezTo>
                    <a:pt x="5258" y="1597686"/>
                    <a:pt x="10525" y="1601400"/>
                    <a:pt x="15831" y="1605048"/>
                  </a:cubicBezTo>
                  <a:lnTo>
                    <a:pt x="1605048" y="15831"/>
                  </a:lnTo>
                  <a:cubicBezTo>
                    <a:pt x="1601410" y="10525"/>
                    <a:pt x="1597695" y="5248"/>
                    <a:pt x="1593952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15693042" y="-1969202"/>
              <a:ext cx="1580521" cy="1580521"/>
            </a:xfrm>
            <a:custGeom>
              <a:rect b="b" l="l" r="r" t="t"/>
              <a:pathLst>
                <a:path extrusionOk="0" h="1580521" w="1580521">
                  <a:moveTo>
                    <a:pt x="1570435" y="0"/>
                  </a:moveTo>
                  <a:lnTo>
                    <a:pt x="0" y="1570434"/>
                  </a:lnTo>
                  <a:cubicBezTo>
                    <a:pt x="5601" y="1573835"/>
                    <a:pt x="11211" y="1577226"/>
                    <a:pt x="16850" y="1580521"/>
                  </a:cubicBezTo>
                  <a:lnTo>
                    <a:pt x="1580521" y="16850"/>
                  </a:lnTo>
                  <a:cubicBezTo>
                    <a:pt x="1577226" y="11201"/>
                    <a:pt x="1573835" y="5601"/>
                    <a:pt x="1570435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15766498" y="-1895755"/>
              <a:ext cx="1546993" cy="1547002"/>
            </a:xfrm>
            <a:custGeom>
              <a:rect b="b" l="l" r="r" t="t"/>
              <a:pathLst>
                <a:path extrusionOk="0" h="1547002" w="1546993">
                  <a:moveTo>
                    <a:pt x="1537992" y="0"/>
                  </a:moveTo>
                  <a:lnTo>
                    <a:pt x="0" y="1538002"/>
                  </a:lnTo>
                  <a:cubicBezTo>
                    <a:pt x="5963" y="1541050"/>
                    <a:pt x="11935" y="1544069"/>
                    <a:pt x="17936" y="1547003"/>
                  </a:cubicBezTo>
                  <a:lnTo>
                    <a:pt x="1546994" y="17945"/>
                  </a:lnTo>
                  <a:cubicBezTo>
                    <a:pt x="1544060" y="11935"/>
                    <a:pt x="1541040" y="5963"/>
                    <a:pt x="1537992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15844699" y="-1817554"/>
              <a:ext cx="1503873" cy="1503873"/>
            </a:xfrm>
            <a:custGeom>
              <a:rect b="b" l="l" r="r" t="t"/>
              <a:pathLst>
                <a:path extrusionOk="0" h="1503873" w="1503873">
                  <a:moveTo>
                    <a:pt x="1496063" y="0"/>
                  </a:moveTo>
                  <a:lnTo>
                    <a:pt x="0" y="1496063"/>
                  </a:lnTo>
                  <a:cubicBezTo>
                    <a:pt x="6353" y="1498721"/>
                    <a:pt x="12735" y="1501340"/>
                    <a:pt x="19126" y="1503874"/>
                  </a:cubicBezTo>
                  <a:lnTo>
                    <a:pt x="1503874" y="19126"/>
                  </a:lnTo>
                  <a:cubicBezTo>
                    <a:pt x="1501331" y="12735"/>
                    <a:pt x="1498721" y="6363"/>
                    <a:pt x="1496063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5928052" y="-1734201"/>
              <a:ext cx="1450314" cy="1450324"/>
            </a:xfrm>
            <a:custGeom>
              <a:rect b="b" l="l" r="r" t="t"/>
              <a:pathLst>
                <a:path extrusionOk="0" h="1450324" w="1450314">
                  <a:moveTo>
                    <a:pt x="1443819" y="0"/>
                  </a:moveTo>
                  <a:lnTo>
                    <a:pt x="0" y="1443828"/>
                  </a:lnTo>
                  <a:cubicBezTo>
                    <a:pt x="6801" y="1446066"/>
                    <a:pt x="13611" y="1448219"/>
                    <a:pt x="20441" y="1450324"/>
                  </a:cubicBezTo>
                  <a:lnTo>
                    <a:pt x="1450315" y="20450"/>
                  </a:lnTo>
                  <a:cubicBezTo>
                    <a:pt x="1448210" y="13621"/>
                    <a:pt x="1446057" y="6801"/>
                    <a:pt x="1443819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6017130" y="-1645114"/>
              <a:ext cx="1385192" cy="1385182"/>
            </a:xfrm>
            <a:custGeom>
              <a:rect b="b" l="l" r="r" t="t"/>
              <a:pathLst>
                <a:path extrusionOk="0" h="1385182" w="1385192">
                  <a:moveTo>
                    <a:pt x="1380125" y="0"/>
                  </a:moveTo>
                  <a:lnTo>
                    <a:pt x="0" y="1380125"/>
                  </a:lnTo>
                  <a:cubicBezTo>
                    <a:pt x="7277" y="1381877"/>
                    <a:pt x="14573" y="1383573"/>
                    <a:pt x="21879" y="1385183"/>
                  </a:cubicBezTo>
                  <a:lnTo>
                    <a:pt x="1385192" y="21869"/>
                  </a:lnTo>
                  <a:cubicBezTo>
                    <a:pt x="1383573" y="14573"/>
                    <a:pt x="1381887" y="7277"/>
                    <a:pt x="1380125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6112837" y="-1549416"/>
              <a:ext cx="1306544" cy="1306544"/>
            </a:xfrm>
            <a:custGeom>
              <a:rect b="b" l="l" r="r" t="t"/>
              <a:pathLst>
                <a:path extrusionOk="0" h="1306544" w="1306544">
                  <a:moveTo>
                    <a:pt x="1303191" y="0"/>
                  </a:moveTo>
                  <a:lnTo>
                    <a:pt x="0" y="1303201"/>
                  </a:lnTo>
                  <a:cubicBezTo>
                    <a:pt x="7858" y="1304401"/>
                    <a:pt x="15716" y="1305506"/>
                    <a:pt x="23593" y="1306544"/>
                  </a:cubicBezTo>
                  <a:lnTo>
                    <a:pt x="1306544" y="23593"/>
                  </a:lnTo>
                  <a:cubicBezTo>
                    <a:pt x="1305497" y="15726"/>
                    <a:pt x="1304392" y="7858"/>
                    <a:pt x="1303191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6216278" y="-1445965"/>
              <a:ext cx="1212046" cy="1212037"/>
            </a:xfrm>
            <a:custGeom>
              <a:rect b="b" l="l" r="r" t="t"/>
              <a:pathLst>
                <a:path extrusionOk="0" h="1212037" w="1212046">
                  <a:moveTo>
                    <a:pt x="1210770" y="0"/>
                  </a:moveTo>
                  <a:lnTo>
                    <a:pt x="0" y="1210761"/>
                  </a:lnTo>
                  <a:cubicBezTo>
                    <a:pt x="8544" y="1211285"/>
                    <a:pt x="17097" y="1211713"/>
                    <a:pt x="25660" y="1212037"/>
                  </a:cubicBezTo>
                  <a:lnTo>
                    <a:pt x="1212047" y="25651"/>
                  </a:lnTo>
                  <a:cubicBezTo>
                    <a:pt x="1211713" y="17097"/>
                    <a:pt x="1211285" y="8544"/>
                    <a:pt x="1210770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6329426" y="-1332827"/>
              <a:ext cx="1098937" cy="1098946"/>
            </a:xfrm>
            <a:custGeom>
              <a:rect b="b" l="l" r="r" t="t"/>
              <a:pathLst>
                <a:path extrusionOk="0" h="1098946" w="1098937">
                  <a:moveTo>
                    <a:pt x="1097528" y="28356"/>
                  </a:moveTo>
                  <a:cubicBezTo>
                    <a:pt x="1098118" y="18907"/>
                    <a:pt x="1098585" y="9458"/>
                    <a:pt x="1098937" y="0"/>
                  </a:cubicBezTo>
                  <a:lnTo>
                    <a:pt x="0" y="1098947"/>
                  </a:lnTo>
                  <a:cubicBezTo>
                    <a:pt x="9458" y="1098595"/>
                    <a:pt x="18907" y="1098118"/>
                    <a:pt x="28356" y="1097537"/>
                  </a:cubicBezTo>
                  <a:lnTo>
                    <a:pt x="1097528" y="28356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16455594" y="-1206659"/>
              <a:ext cx="961072" cy="961072"/>
            </a:xfrm>
            <a:custGeom>
              <a:rect b="b" l="l" r="r" t="t"/>
              <a:pathLst>
                <a:path extrusionOk="0" h="961072" w="961072">
                  <a:moveTo>
                    <a:pt x="32242" y="955777"/>
                  </a:moveTo>
                  <a:lnTo>
                    <a:pt x="955777" y="32242"/>
                  </a:lnTo>
                  <a:cubicBezTo>
                    <a:pt x="957691" y="21517"/>
                    <a:pt x="959472" y="10773"/>
                    <a:pt x="961073" y="0"/>
                  </a:cubicBezTo>
                  <a:lnTo>
                    <a:pt x="0" y="961072"/>
                  </a:lnTo>
                  <a:cubicBezTo>
                    <a:pt x="10763" y="959472"/>
                    <a:pt x="21507" y="957691"/>
                    <a:pt x="32242" y="955777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16601736" y="-1060517"/>
              <a:ext cx="783259" cy="783259"/>
            </a:xfrm>
            <a:custGeom>
              <a:rect b="b" l="l" r="r" t="t"/>
              <a:pathLst>
                <a:path extrusionOk="0" h="783259" w="783259">
                  <a:moveTo>
                    <a:pt x="38700" y="771496"/>
                  </a:moveTo>
                  <a:lnTo>
                    <a:pt x="771487" y="38710"/>
                  </a:lnTo>
                  <a:cubicBezTo>
                    <a:pt x="775659" y="25870"/>
                    <a:pt x="779545" y="12954"/>
                    <a:pt x="783260" y="0"/>
                  </a:cubicBezTo>
                  <a:lnTo>
                    <a:pt x="0" y="783260"/>
                  </a:lnTo>
                  <a:cubicBezTo>
                    <a:pt x="12954" y="779564"/>
                    <a:pt x="25860" y="775668"/>
                    <a:pt x="38700" y="771496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6787340" y="-874884"/>
              <a:ext cx="526494" cy="526494"/>
            </a:xfrm>
            <a:custGeom>
              <a:rect b="b" l="l" r="r" t="t"/>
              <a:pathLst>
                <a:path extrusionOk="0" h="526494" w="526494">
                  <a:moveTo>
                    <a:pt x="56369" y="497062"/>
                  </a:moveTo>
                  <a:lnTo>
                    <a:pt x="497072" y="56359"/>
                  </a:lnTo>
                  <a:cubicBezTo>
                    <a:pt x="507454" y="37795"/>
                    <a:pt x="517236" y="18993"/>
                    <a:pt x="526494" y="0"/>
                  </a:cubicBezTo>
                  <a:lnTo>
                    <a:pt x="0" y="526494"/>
                  </a:lnTo>
                  <a:cubicBezTo>
                    <a:pt x="19002" y="517217"/>
                    <a:pt x="37814" y="507435"/>
                    <a:pt x="56369" y="497062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7"/>
          <p:cNvSpPr/>
          <p:nvPr/>
        </p:nvSpPr>
        <p:spPr>
          <a:xfrm>
            <a:off x="16795431" y="6663984"/>
            <a:ext cx="1139820" cy="1168296"/>
          </a:xfrm>
          <a:custGeom>
            <a:rect b="b" l="l" r="r" t="t"/>
            <a:pathLst>
              <a:path extrusionOk="0" h="2286000" w="2286000">
                <a:moveTo>
                  <a:pt x="1143000" y="0"/>
                </a:moveTo>
                <a:cubicBezTo>
                  <a:pt x="511740" y="0"/>
                  <a:pt x="0" y="511740"/>
                  <a:pt x="0" y="1143000"/>
                </a:cubicBezTo>
                <a:cubicBezTo>
                  <a:pt x="0" y="1774260"/>
                  <a:pt x="511740" y="2286000"/>
                  <a:pt x="1143000" y="2286000"/>
                </a:cubicBezTo>
                <a:cubicBezTo>
                  <a:pt x="1774260" y="2286000"/>
                  <a:pt x="2286000" y="1774260"/>
                  <a:pt x="2286000" y="1143000"/>
                </a:cubicBezTo>
                <a:cubicBezTo>
                  <a:pt x="2286000" y="511740"/>
                  <a:pt x="1774250" y="0"/>
                  <a:pt x="1143000" y="0"/>
                </a:cubicBezTo>
                <a:close/>
                <a:moveTo>
                  <a:pt x="1143000" y="1714500"/>
                </a:moveTo>
                <a:cubicBezTo>
                  <a:pt x="827370" y="1714500"/>
                  <a:pt x="571500" y="1458630"/>
                  <a:pt x="571500" y="1143000"/>
                </a:cubicBezTo>
                <a:cubicBezTo>
                  <a:pt x="571500" y="827370"/>
                  <a:pt x="827370" y="571500"/>
                  <a:pt x="1143000" y="571500"/>
                </a:cubicBezTo>
                <a:cubicBezTo>
                  <a:pt x="1458630" y="571500"/>
                  <a:pt x="1714500" y="827370"/>
                  <a:pt x="1714500" y="1143000"/>
                </a:cubicBezTo>
                <a:cubicBezTo>
                  <a:pt x="1714500" y="1458630"/>
                  <a:pt x="1458630" y="1714500"/>
                  <a:pt x="1143000" y="1714500"/>
                </a:cubicBezTo>
                <a:close/>
              </a:path>
            </a:pathLst>
          </a:custGeom>
          <a:solidFill>
            <a:srgbClr val="EF33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0180065" y="2354228"/>
            <a:ext cx="1109382" cy="1099458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4286777" y="6640011"/>
            <a:ext cx="1109382" cy="1099458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7"/>
          <p:cNvCxnSpPr>
            <a:stCxn id="213" idx="3"/>
            <a:endCxn id="256" idx="1"/>
          </p:cNvCxnSpPr>
          <p:nvPr/>
        </p:nvCxnSpPr>
        <p:spPr>
          <a:xfrm flipH="1" rot="10800000">
            <a:off x="9347327" y="2904072"/>
            <a:ext cx="832800" cy="4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9" name="Google Shape;259;p7"/>
          <p:cNvCxnSpPr>
            <a:stCxn id="214" idx="3"/>
            <a:endCxn id="216" idx="1"/>
          </p:cNvCxnSpPr>
          <p:nvPr/>
        </p:nvCxnSpPr>
        <p:spPr>
          <a:xfrm flipH="1" rot="10800000">
            <a:off x="3454070" y="6198163"/>
            <a:ext cx="679200" cy="4800"/>
          </a:xfrm>
          <a:prstGeom prst="bentConnector3">
            <a:avLst>
              <a:gd fmla="val 50008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0" name="Google Shape;260;p7"/>
          <p:cNvCxnSpPr>
            <a:stCxn id="214" idx="3"/>
            <a:endCxn id="215" idx="1"/>
          </p:cNvCxnSpPr>
          <p:nvPr/>
        </p:nvCxnSpPr>
        <p:spPr>
          <a:xfrm>
            <a:off x="3454070" y="6202963"/>
            <a:ext cx="679200" cy="2026800"/>
          </a:xfrm>
          <a:prstGeom prst="bentConnector3">
            <a:avLst>
              <a:gd fmla="val 50008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1" name="Google Shape;261;p7"/>
          <p:cNvCxnSpPr>
            <a:stCxn id="256" idx="3"/>
            <a:endCxn id="219" idx="0"/>
          </p:cNvCxnSpPr>
          <p:nvPr/>
        </p:nvCxnSpPr>
        <p:spPr>
          <a:xfrm>
            <a:off x="11289447" y="2903957"/>
            <a:ext cx="3559200" cy="1622400"/>
          </a:xfrm>
          <a:prstGeom prst="bentConnector2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2" name="Google Shape;262;p7"/>
          <p:cNvCxnSpPr>
            <a:stCxn id="216" idx="3"/>
            <a:endCxn id="219" idx="1"/>
          </p:cNvCxnSpPr>
          <p:nvPr/>
        </p:nvCxnSpPr>
        <p:spPr>
          <a:xfrm flipH="1" rot="10800000">
            <a:off x="7127660" y="4964873"/>
            <a:ext cx="6550200" cy="1233300"/>
          </a:xfrm>
          <a:prstGeom prst="bentConnector3">
            <a:avLst>
              <a:gd fmla="val 38334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3" name="Google Shape;263;p7"/>
          <p:cNvCxnSpPr>
            <a:stCxn id="215" idx="3"/>
            <a:endCxn id="217" idx="1"/>
          </p:cNvCxnSpPr>
          <p:nvPr/>
        </p:nvCxnSpPr>
        <p:spPr>
          <a:xfrm flipH="1" rot="10800000">
            <a:off x="7116788" y="8223094"/>
            <a:ext cx="665700" cy="6600"/>
          </a:xfrm>
          <a:prstGeom prst="bentConnector3">
            <a:avLst>
              <a:gd fmla="val 50004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4" name="Google Shape;264;p7"/>
          <p:cNvCxnSpPr>
            <a:stCxn id="217" idx="3"/>
            <a:endCxn id="257" idx="1"/>
          </p:cNvCxnSpPr>
          <p:nvPr/>
        </p:nvCxnSpPr>
        <p:spPr>
          <a:xfrm flipH="1" rot="10800000">
            <a:off x="10902651" y="7189865"/>
            <a:ext cx="3384000" cy="1033200"/>
          </a:xfrm>
          <a:prstGeom prst="bentConnector3">
            <a:avLst>
              <a:gd fmla="val 88455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5" name="Google Shape;265;p7"/>
          <p:cNvCxnSpPr>
            <a:stCxn id="222" idx="3"/>
          </p:cNvCxnSpPr>
          <p:nvPr/>
        </p:nvCxnSpPr>
        <p:spPr>
          <a:xfrm flipH="1" rot="10800000">
            <a:off x="16006695" y="6948390"/>
            <a:ext cx="357600" cy="2451900"/>
          </a:xfrm>
          <a:prstGeom prst="bentConnector2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6" name="Google Shape;266;p7"/>
          <p:cNvCxnSpPr>
            <a:stCxn id="219" idx="3"/>
            <a:endCxn id="255" idx="1"/>
          </p:cNvCxnSpPr>
          <p:nvPr/>
        </p:nvCxnSpPr>
        <p:spPr>
          <a:xfrm>
            <a:off x="16019536" y="4965012"/>
            <a:ext cx="775800" cy="2283000"/>
          </a:xfrm>
          <a:prstGeom prst="bentConnector3">
            <a:avLst>
              <a:gd fmla="val 44069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7" name="Google Shape;267;p7"/>
          <p:cNvSpPr txBox="1"/>
          <p:nvPr/>
        </p:nvSpPr>
        <p:spPr>
          <a:xfrm>
            <a:off x="9325514" y="1279105"/>
            <a:ext cx="2818484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Идея прошла первичную оценку успешно?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11086287" y="2918808"/>
            <a:ext cx="100103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9905630" y="3514178"/>
            <a:ext cx="100103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14768579" y="6121337"/>
            <a:ext cx="100103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14738427" y="7572530"/>
            <a:ext cx="100103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11590857" y="6736474"/>
            <a:ext cx="230940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Идея прошла предпроектную проработку успешно?</a:t>
            </a:r>
            <a:endParaRPr/>
          </a:p>
        </p:txBody>
      </p:sp>
      <p:cxnSp>
        <p:nvCxnSpPr>
          <p:cNvPr id="273" name="Google Shape;273;p7"/>
          <p:cNvCxnSpPr>
            <a:stCxn id="257" idx="2"/>
            <a:endCxn id="222" idx="0"/>
          </p:cNvCxnSpPr>
          <p:nvPr/>
        </p:nvCxnSpPr>
        <p:spPr>
          <a:xfrm flipH="1" rot="-5400000">
            <a:off x="14211168" y="8369769"/>
            <a:ext cx="1261500" cy="900"/>
          </a:xfrm>
          <a:prstGeom prst="bentConnector3">
            <a:avLst>
              <a:gd fmla="val 49995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74" name="Google Shape;274;p7"/>
          <p:cNvCxnSpPr>
            <a:stCxn id="257" idx="0"/>
            <a:endCxn id="219" idx="2"/>
          </p:cNvCxnSpPr>
          <p:nvPr/>
        </p:nvCxnSpPr>
        <p:spPr>
          <a:xfrm flipH="1" rot="10800000">
            <a:off x="14841468" y="5403711"/>
            <a:ext cx="7200" cy="1236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75" name="Google Shape;275;p7"/>
          <p:cNvSpPr/>
          <p:nvPr/>
        </p:nvSpPr>
        <p:spPr>
          <a:xfrm>
            <a:off x="2970086" y="1692407"/>
            <a:ext cx="2566364" cy="104433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Самостоятельный поиск идей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985017" y="3266759"/>
            <a:ext cx="2566364" cy="104433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Получение идеи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 ОИВ или продукта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7"/>
          <p:cNvCxnSpPr>
            <a:stCxn id="225" idx="3"/>
            <a:endCxn id="275" idx="1"/>
          </p:cNvCxnSpPr>
          <p:nvPr/>
        </p:nvCxnSpPr>
        <p:spPr>
          <a:xfrm flipH="1" rot="10800000">
            <a:off x="2010086" y="2214572"/>
            <a:ext cx="960000" cy="7041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78" name="Google Shape;278;p7"/>
          <p:cNvCxnSpPr>
            <a:stCxn id="225" idx="3"/>
            <a:endCxn id="276" idx="1"/>
          </p:cNvCxnSpPr>
          <p:nvPr/>
        </p:nvCxnSpPr>
        <p:spPr>
          <a:xfrm>
            <a:off x="2010017" y="2918924"/>
            <a:ext cx="975000" cy="87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79" name="Google Shape;279;p7"/>
          <p:cNvCxnSpPr>
            <a:stCxn id="275" idx="3"/>
            <a:endCxn id="213" idx="1"/>
          </p:cNvCxnSpPr>
          <p:nvPr/>
        </p:nvCxnSpPr>
        <p:spPr>
          <a:xfrm>
            <a:off x="5536450" y="2214572"/>
            <a:ext cx="1032000" cy="693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80" name="Google Shape;280;p7"/>
          <p:cNvCxnSpPr>
            <a:stCxn id="276" idx="3"/>
            <a:endCxn id="213" idx="1"/>
          </p:cNvCxnSpPr>
          <p:nvPr/>
        </p:nvCxnSpPr>
        <p:spPr>
          <a:xfrm flipH="1" rot="10800000">
            <a:off x="5551381" y="2908424"/>
            <a:ext cx="1017000" cy="880500"/>
          </a:xfrm>
          <a:prstGeom prst="bentConnector3">
            <a:avLst>
              <a:gd fmla="val 50003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81" name="Google Shape;281;p7"/>
          <p:cNvSpPr/>
          <p:nvPr/>
        </p:nvSpPr>
        <p:spPr>
          <a:xfrm>
            <a:off x="503276" y="7930315"/>
            <a:ext cx="2950794" cy="69778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Проверка гипотез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(при необходимости)</a:t>
            </a:r>
            <a:endParaRPr/>
          </a:p>
        </p:txBody>
      </p:sp>
      <p:cxnSp>
        <p:nvCxnSpPr>
          <p:cNvPr id="282" name="Google Shape;282;p7"/>
          <p:cNvCxnSpPr>
            <a:stCxn id="256" idx="2"/>
            <a:endCxn id="214" idx="0"/>
          </p:cNvCxnSpPr>
          <p:nvPr/>
        </p:nvCxnSpPr>
        <p:spPr>
          <a:xfrm rot="5400000">
            <a:off x="5553606" y="-121264"/>
            <a:ext cx="1606200" cy="8756100"/>
          </a:xfrm>
          <a:prstGeom prst="bentConnector3">
            <a:avLst>
              <a:gd fmla="val 68295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83" name="Google Shape;283;p7"/>
          <p:cNvCxnSpPr>
            <a:stCxn id="214" idx="2"/>
            <a:endCxn id="281" idx="0"/>
          </p:cNvCxnSpPr>
          <p:nvPr/>
        </p:nvCxnSpPr>
        <p:spPr>
          <a:xfrm>
            <a:off x="1978673" y="7346166"/>
            <a:ext cx="0" cy="584100"/>
          </a:xfrm>
          <a:prstGeom prst="straightConnector1">
            <a:avLst/>
          </a:prstGeom>
          <a:noFill/>
          <a:ln cap="flat" cmpd="sng" w="190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7"/>
          <p:cNvCxnSpPr>
            <a:stCxn id="281" idx="1"/>
            <a:endCxn id="214" idx="1"/>
          </p:cNvCxnSpPr>
          <p:nvPr/>
        </p:nvCxnSpPr>
        <p:spPr>
          <a:xfrm flipH="1" rot="10800000">
            <a:off x="503276" y="6202909"/>
            <a:ext cx="600" cy="2076300"/>
          </a:xfrm>
          <a:prstGeom prst="bentConnector3">
            <a:avLst>
              <a:gd fmla="val -5397500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85" name="Google Shape;285;p7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/>
          <p:nvPr/>
        </p:nvSpPr>
        <p:spPr>
          <a:xfrm>
            <a:off x="16695685" y="842963"/>
            <a:ext cx="568787" cy="3688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1117139" y="497465"/>
            <a:ext cx="1384187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Методология оценки идеи – скоринг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12001499" y="2668495"/>
            <a:ext cx="5412251" cy="4534241"/>
          </a:xfrm>
          <a:prstGeom prst="roundRect">
            <a:avLst>
              <a:gd fmla="val 7695" name="adj"/>
            </a:avLst>
          </a:prstGeom>
          <a:solidFill>
            <a:schemeClr val="lt1"/>
          </a:solidFill>
          <a:ln cap="flat" cmpd="sng" w="158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Скоринг позволяет единообразно сравнивать разноплановые проекты: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хотя все критерии разные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сути и размерности величин,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скоринге они нормируются,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взвешиваются по важности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сводятся в единую итоговую оценку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1" lang="ru-RU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 </a:t>
            </a:r>
            <a:r>
              <a:rPr b="1" lang="ru-RU" sz="27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ru-RU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до </a:t>
            </a:r>
            <a:r>
              <a:rPr b="1" lang="ru-RU" sz="27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r>
              <a:rPr b="1" lang="ru-RU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где 100% – рейтинг условной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«идеальной» идеи с максимумом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всем критериям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831479" y="6808579"/>
            <a:ext cx="3911972" cy="3164096"/>
          </a:xfrm>
          <a:prstGeom prst="roundRect">
            <a:avLst>
              <a:gd fmla="val 1092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Оценка пригодности отделена от оценки полезности: </a:t>
            </a:r>
            <a:b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рейтинг получит любая идея, прошедшая скоринг,</a:t>
            </a:r>
            <a:endParaRPr/>
          </a:p>
          <a:p>
            <a:pPr indent="0" lvl="0" marL="0" marR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но в предпроектную проработку переходят только идеи без критических препятствий</a:t>
            </a:r>
            <a:endParaRPr/>
          </a:p>
        </p:txBody>
      </p:sp>
      <p:sp>
        <p:nvSpPr>
          <p:cNvPr id="294" name="Google Shape;294;p8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/>
              <a:t>‹#›</a:t>
            </a:fld>
            <a:endParaRPr sz="2700"/>
          </a:p>
        </p:txBody>
      </p:sp>
      <p:sp>
        <p:nvSpPr>
          <p:cNvPr id="295" name="Google Shape;295;p8"/>
          <p:cNvSpPr/>
          <p:nvPr/>
        </p:nvSpPr>
        <p:spPr>
          <a:xfrm>
            <a:off x="831479" y="1387445"/>
            <a:ext cx="8670740" cy="83607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полной оценки идей разработана система скоринга.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 оценки:</a:t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842523" y="2639304"/>
            <a:ext cx="3900927" cy="8360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Проверить пригодность </a:t>
            </a:r>
            <a:b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пилотирования</a:t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5337380" y="2639304"/>
            <a:ext cx="6178347" cy="8360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Определить общую полезность идеи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842522" y="3626576"/>
            <a:ext cx="3900929" cy="3031733"/>
          </a:xfrm>
          <a:prstGeom prst="roundRect">
            <a:avLst>
              <a:gd fmla="val 10461" name="adj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Критические препятствия для пилотирования ДИТом:</a:t>
            </a:r>
            <a:endParaRPr/>
          </a:p>
          <a:p>
            <a:pPr indent="-271463" lvl="0" marL="271463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Уже реализовано</a:t>
            </a:r>
            <a:endParaRPr/>
          </a:p>
          <a:p>
            <a:pPr indent="-271463" lvl="0" marL="271463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 в компетенции ДИТа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3" lvl="0" marL="271463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Проблема не актуальна</a:t>
            </a:r>
            <a:endParaRPr/>
          </a:p>
          <a:p>
            <a:pPr indent="-271463" lvl="0" marL="271463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Проект будет доработкой уже имеющегося решения</a:t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5337380" y="3647262"/>
            <a:ext cx="6178347" cy="6313725"/>
          </a:xfrm>
          <a:prstGeom prst="roundRect">
            <a:avLst>
              <a:gd fmla="val 3353" name="adj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Оценка формируется </a:t>
            </a:r>
            <a:r>
              <a:rPr b="1"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по 25 критериям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57175" lvl="0" marL="257175" marR="0" rtl="0" algn="just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Целевая аудитория (</a:t>
            </a:r>
            <a:r>
              <a:rPr b="1"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4 критерия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скольким людям проект принесет пользу, и кто эти люди</a:t>
            </a:r>
            <a:endParaRPr/>
          </a:p>
          <a:p>
            <a:pPr indent="-257175" lvl="0" marL="257175" marR="0" rtl="0" algn="just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Позитивные эффекты и преимущества (</a:t>
            </a:r>
            <a:r>
              <a:rPr b="1"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социальные и административные, прямые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косвенные</a:t>
            </a:r>
            <a:endParaRPr/>
          </a:p>
          <a:p>
            <a:pPr indent="-257175" lvl="0" marL="257175" marR="0" rtl="0" algn="l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Актуальность проблемы и соответствие целям Москвы и ДИТа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57175" lvl="0" marL="257175" marR="0" rtl="0" algn="just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Новизна (</a:t>
            </a:r>
            <a:r>
              <a:rPr b="1"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насколько идея инновационна сама по себе и нова для Москвы</a:t>
            </a:r>
            <a:endParaRPr/>
          </a:p>
          <a:p>
            <a:pPr indent="-257175" lvl="0" marL="257175" marR="0" rtl="0" algn="just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Реализуемость (</a:t>
            </a:r>
            <a:r>
              <a:rPr b="1"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оценка потенциальных сложностей реализации</a:t>
            </a:r>
            <a:endParaRPr/>
          </a:p>
          <a:p>
            <a:pPr indent="-257175" lvl="0" marL="257175" marR="0" rtl="0" algn="just"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Риски и ограничения (</a:t>
            </a:r>
            <a:r>
              <a:rPr b="1" lang="ru-RU" sz="2100">
                <a:solidFill>
                  <a:srgbClr val="E0122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учет влияния специфических рисков (технологические, организационно-правовые, экономические, репутационные)</a:t>
            </a:r>
            <a:endParaRPr/>
          </a:p>
        </p:txBody>
      </p:sp>
      <p:cxnSp>
        <p:nvCxnSpPr>
          <p:cNvPr id="300" name="Google Shape;300;p8"/>
          <p:cNvCxnSpPr>
            <a:stCxn id="295" idx="2"/>
            <a:endCxn id="296" idx="0"/>
          </p:cNvCxnSpPr>
          <p:nvPr/>
        </p:nvCxnSpPr>
        <p:spPr>
          <a:xfrm rot="5400000">
            <a:off x="3771999" y="1244471"/>
            <a:ext cx="415800" cy="2373900"/>
          </a:xfrm>
          <a:prstGeom prst="bentConnector3">
            <a:avLst>
              <a:gd fmla="val 49998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01" name="Google Shape;301;p8"/>
          <p:cNvCxnSpPr>
            <a:stCxn id="295" idx="2"/>
            <a:endCxn id="297" idx="0"/>
          </p:cNvCxnSpPr>
          <p:nvPr/>
        </p:nvCxnSpPr>
        <p:spPr>
          <a:xfrm flipH="1" rot="-5400000">
            <a:off x="6588849" y="801521"/>
            <a:ext cx="415800" cy="3259800"/>
          </a:xfrm>
          <a:prstGeom prst="bentConnector3">
            <a:avLst>
              <a:gd fmla="val 49998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02" name="Google Shape;302;p8"/>
          <p:cNvSpPr/>
          <p:nvPr/>
        </p:nvSpPr>
        <p:spPr>
          <a:xfrm>
            <a:off x="16839538" y="8376338"/>
            <a:ext cx="568787" cy="3688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 txBox="1"/>
          <p:nvPr/>
        </p:nvSpPr>
        <p:spPr>
          <a:xfrm>
            <a:off x="1117138" y="497465"/>
            <a:ext cx="1571353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Предпроектная проработка и пилотирование</a:t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3269845" y="1378709"/>
            <a:ext cx="5570225" cy="72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Коммуникация с функциональными заказчиками (ОИВ, продукты ДИТ)</a:t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1898744" y="1378709"/>
            <a:ext cx="5570226" cy="72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Работа с потенциальными поставщиками</a:t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3269843" y="4438858"/>
            <a:ext cx="5570226" cy="72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Подготовка к пилоту</a:t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11898744" y="4438858"/>
            <a:ext cx="5570226" cy="72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Пилотирование</a:t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3269843" y="2977779"/>
            <a:ext cx="2716619" cy="950781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Сбор проблем и новых идей</a:t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6123450" y="2171700"/>
            <a:ext cx="2716620" cy="687468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Презентация идей</a:t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14752352" y="2171703"/>
            <a:ext cx="2716619" cy="680364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Переговоры, оценка бюджета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11898743" y="2171700"/>
            <a:ext cx="2716619" cy="680366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Поиск</a:t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11898744" y="2963808"/>
            <a:ext cx="5570226" cy="964752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Бесплатные пилоты *</a:t>
            </a:r>
            <a:endParaRPr/>
          </a:p>
          <a:p>
            <a:pPr indent="0" lvl="0" marL="0" marR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(при наличии возможности)</a:t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14752352" y="5222419"/>
            <a:ext cx="2716619" cy="776448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Создание MVP, контроль работ</a:t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11898743" y="5222419"/>
            <a:ext cx="2716619" cy="776448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Закупка</a:t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3269843" y="5228924"/>
            <a:ext cx="2716619" cy="1193951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Определение границ и метрик успешности пилота</a:t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6123451" y="5222420"/>
            <a:ext cx="2716619" cy="1193951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Формирование функциональных требований и ТЗ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3269843" y="6534018"/>
            <a:ext cx="5570226" cy="787622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Докрутка или закрытие идей </a:t>
            </a:r>
            <a:b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(при необходимости)</a:t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11898744" y="6104926"/>
            <a:ext cx="5570226" cy="1082934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Оценка итогов, формирование рекомендаций к масштабированию </a:t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3269843" y="2177136"/>
            <a:ext cx="2716619" cy="674931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Поиск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2578293" y="1257982"/>
            <a:ext cx="38023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11144156" y="1257300"/>
            <a:ext cx="38023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2578293" y="4305300"/>
            <a:ext cx="38023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3143249" y="4317173"/>
            <a:ext cx="5817872" cy="2988000"/>
          </a:xfrm>
          <a:prstGeom prst="roundRect">
            <a:avLst>
              <a:gd fmla="val 8933" name="adj"/>
            </a:avLst>
          </a:prstGeom>
          <a:noFill/>
          <a:ln cap="flat" cmpd="sng" w="285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11144156" y="4305300"/>
            <a:ext cx="38023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3143249" y="1262335"/>
            <a:ext cx="5817872" cy="2700000"/>
          </a:xfrm>
          <a:prstGeom prst="roundRect">
            <a:avLst>
              <a:gd fmla="val 8933" name="adj"/>
            </a:avLst>
          </a:prstGeom>
          <a:noFill/>
          <a:ln cap="flat" cmpd="sng" w="285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1774921" y="4317174"/>
            <a:ext cx="5817872" cy="2988000"/>
          </a:xfrm>
          <a:prstGeom prst="roundRect">
            <a:avLst>
              <a:gd fmla="val 8933" name="adj"/>
            </a:avLst>
          </a:prstGeom>
          <a:noFill/>
          <a:ln cap="flat" cmpd="sng" w="285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1774551" y="1258296"/>
            <a:ext cx="5817872" cy="2700000"/>
          </a:xfrm>
          <a:prstGeom prst="roundRect">
            <a:avLst>
              <a:gd fmla="val 8933" name="adj"/>
            </a:avLst>
          </a:prstGeom>
          <a:noFill/>
          <a:ln cap="flat" cmpd="sng" w="285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Зал заседаний контур" id="332" name="Google Shape;3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030" y="1182384"/>
            <a:ext cx="1718211" cy="1718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Контрольный список контур" id="333" name="Google Shape;3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466" y="4646243"/>
            <a:ext cx="1718211" cy="1718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овет директоров контур" id="334" name="Google Shape;3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78994" y="1181100"/>
            <a:ext cx="1718211" cy="1718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нструменты контур" id="335" name="Google Shape;33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8994" y="4654904"/>
            <a:ext cx="1718211" cy="171821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9"/>
          <p:cNvSpPr txBox="1"/>
          <p:nvPr/>
        </p:nvSpPr>
        <p:spPr>
          <a:xfrm>
            <a:off x="9859457" y="9438105"/>
            <a:ext cx="71559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E0122B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ru-RU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Бесплатные пилоты – проводятся по инициативе поставщиков </a:t>
            </a:r>
            <a:br>
              <a:rPr lang="ru-RU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и не привязаны к бюджетному циклу</a:t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123449" y="2963808"/>
            <a:ext cx="2716619" cy="950781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Уточнение требований</a:t>
            </a:r>
            <a:endParaRPr/>
          </a:p>
        </p:txBody>
      </p:sp>
      <p:sp>
        <p:nvSpPr>
          <p:cNvPr id="338" name="Google Shape;338;p9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3161259" y="7611184"/>
            <a:ext cx="5570226" cy="72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Масштабирование</a:t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6014867" y="8394745"/>
            <a:ext cx="2964263" cy="776448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Выделение собственных мощностей заказчика</a:t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3161258" y="8394745"/>
            <a:ext cx="2716619" cy="776448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Передача РИД заказчику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2406671" y="7477626"/>
            <a:ext cx="38023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3037436" y="7489500"/>
            <a:ext cx="5817872" cy="2988000"/>
          </a:xfrm>
          <a:prstGeom prst="roundRect">
            <a:avLst>
              <a:gd fmla="val 8933" name="adj"/>
            </a:avLst>
          </a:prstGeom>
          <a:noFill/>
          <a:ln cap="flat" cmpd="sng" w="28575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3143249" y="9283602"/>
            <a:ext cx="5570226" cy="787622"/>
          </a:xfrm>
          <a:prstGeom prst="roundRect">
            <a:avLst>
              <a:gd fmla="val 16667" name="adj"/>
            </a:avLst>
          </a:prstGeom>
          <a:solidFill>
            <a:srgbClr val="F25C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226504" marR="0" rtl="0" algn="l">
              <a:lnSpc>
                <a:spcPct val="146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Осуществляется функциональным заказчиком при содействии Управления инноваций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10"/>
          <p:cNvGrpSpPr/>
          <p:nvPr/>
        </p:nvGrpSpPr>
        <p:grpSpPr>
          <a:xfrm>
            <a:off x="16880099" y="1028700"/>
            <a:ext cx="758402" cy="8108537"/>
            <a:chOff x="0" y="0"/>
            <a:chExt cx="1011203" cy="10811383"/>
          </a:xfrm>
        </p:grpSpPr>
        <p:sp>
          <p:nvSpPr>
            <p:cNvPr id="350" name="Google Shape;350;p10"/>
            <p:cNvSpPr/>
            <p:nvPr/>
          </p:nvSpPr>
          <p:spPr>
            <a:xfrm>
              <a:off x="486551" y="0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0" y="5050270"/>
              <a:ext cx="1011203" cy="65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998">
                  <a:solidFill>
                    <a:srgbClr val="191919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05</a:t>
              </a:r>
              <a:endParaRPr b="1" sz="2998">
                <a:solidFill>
                  <a:srgbClr val="191919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352" name="Google Shape;352;p10"/>
            <p:cNvSpPr/>
            <p:nvPr/>
          </p:nvSpPr>
          <p:spPr>
            <a:xfrm>
              <a:off x="486551" y="6798183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10"/>
          <p:cNvSpPr/>
          <p:nvPr/>
        </p:nvSpPr>
        <p:spPr>
          <a:xfrm>
            <a:off x="1028700" y="1028700"/>
            <a:ext cx="716176" cy="1235283"/>
          </a:xfrm>
          <a:custGeom>
            <a:rect b="b" l="l" r="r" t="t"/>
            <a:pathLst>
              <a:path extrusionOk="0" h="1235283" w="716176">
                <a:moveTo>
                  <a:pt x="0" y="0"/>
                </a:moveTo>
                <a:lnTo>
                  <a:pt x="716176" y="0"/>
                </a:lnTo>
                <a:lnTo>
                  <a:pt x="716176" y="1235283"/>
                </a:lnTo>
                <a:lnTo>
                  <a:pt x="0" y="1235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4" name="Google Shape;354;p10"/>
          <p:cNvGrpSpPr/>
          <p:nvPr/>
        </p:nvGrpSpPr>
        <p:grpSpPr>
          <a:xfrm>
            <a:off x="1028700" y="3117804"/>
            <a:ext cx="3512279" cy="1044000"/>
            <a:chOff x="0" y="0"/>
            <a:chExt cx="925045" cy="365596"/>
          </a:xfrm>
        </p:grpSpPr>
        <p:sp>
          <p:nvSpPr>
            <p:cNvPr id="355" name="Google Shape;355;p10"/>
            <p:cNvSpPr/>
            <p:nvPr/>
          </p:nvSpPr>
          <p:spPr>
            <a:xfrm>
              <a:off x="0" y="0"/>
              <a:ext cx="925045" cy="365596"/>
            </a:xfrm>
            <a:custGeom>
              <a:rect b="b" l="l" r="r" t="t"/>
              <a:pathLst>
                <a:path extrusionOk="0" h="365596" w="925045">
                  <a:moveTo>
                    <a:pt x="112416" y="0"/>
                  </a:moveTo>
                  <a:lnTo>
                    <a:pt x="812628" y="0"/>
                  </a:lnTo>
                  <a:cubicBezTo>
                    <a:pt x="874714" y="0"/>
                    <a:pt x="925045" y="50331"/>
                    <a:pt x="925045" y="112416"/>
                  </a:cubicBezTo>
                  <a:lnTo>
                    <a:pt x="925045" y="253179"/>
                  </a:lnTo>
                  <a:cubicBezTo>
                    <a:pt x="925045" y="315265"/>
                    <a:pt x="874714" y="365596"/>
                    <a:pt x="812628" y="365596"/>
                  </a:cubicBezTo>
                  <a:lnTo>
                    <a:pt x="112416" y="365596"/>
                  </a:lnTo>
                  <a:cubicBezTo>
                    <a:pt x="50331" y="365596"/>
                    <a:pt x="0" y="315265"/>
                    <a:pt x="0" y="253179"/>
                  </a:cubicBezTo>
                  <a:lnTo>
                    <a:pt x="0" y="112416"/>
                  </a:lnTo>
                  <a:cubicBezTo>
                    <a:pt x="0" y="50331"/>
                    <a:pt x="50331" y="0"/>
                    <a:pt x="112416" y="0"/>
                  </a:cubicBezTo>
                  <a:close/>
                </a:path>
              </a:pathLst>
            </a:custGeom>
            <a:solidFill>
              <a:srgbClr val="E3051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0"/>
            <p:cNvSpPr txBox="1"/>
            <p:nvPr/>
          </p:nvSpPr>
          <p:spPr>
            <a:xfrm>
              <a:off x="0" y="9525"/>
              <a:ext cx="925045" cy="356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0"/>
          <p:cNvGrpSpPr/>
          <p:nvPr/>
        </p:nvGrpSpPr>
        <p:grpSpPr>
          <a:xfrm>
            <a:off x="5134137" y="3117803"/>
            <a:ext cx="3512279" cy="1044000"/>
            <a:chOff x="0" y="0"/>
            <a:chExt cx="925045" cy="365596"/>
          </a:xfrm>
        </p:grpSpPr>
        <p:sp>
          <p:nvSpPr>
            <p:cNvPr id="358" name="Google Shape;358;p10"/>
            <p:cNvSpPr/>
            <p:nvPr/>
          </p:nvSpPr>
          <p:spPr>
            <a:xfrm>
              <a:off x="0" y="0"/>
              <a:ext cx="925045" cy="365596"/>
            </a:xfrm>
            <a:custGeom>
              <a:rect b="b" l="l" r="r" t="t"/>
              <a:pathLst>
                <a:path extrusionOk="0" h="365596" w="925045">
                  <a:moveTo>
                    <a:pt x="112416" y="0"/>
                  </a:moveTo>
                  <a:lnTo>
                    <a:pt x="812628" y="0"/>
                  </a:lnTo>
                  <a:cubicBezTo>
                    <a:pt x="874714" y="0"/>
                    <a:pt x="925045" y="50331"/>
                    <a:pt x="925045" y="112416"/>
                  </a:cubicBezTo>
                  <a:lnTo>
                    <a:pt x="925045" y="253179"/>
                  </a:lnTo>
                  <a:cubicBezTo>
                    <a:pt x="925045" y="315265"/>
                    <a:pt x="874714" y="365596"/>
                    <a:pt x="812628" y="365596"/>
                  </a:cubicBezTo>
                  <a:lnTo>
                    <a:pt x="112416" y="365596"/>
                  </a:lnTo>
                  <a:cubicBezTo>
                    <a:pt x="50331" y="365596"/>
                    <a:pt x="0" y="315265"/>
                    <a:pt x="0" y="253179"/>
                  </a:cubicBezTo>
                  <a:lnTo>
                    <a:pt x="0" y="112416"/>
                  </a:lnTo>
                  <a:cubicBezTo>
                    <a:pt x="0" y="50331"/>
                    <a:pt x="50331" y="0"/>
                    <a:pt x="112416" y="0"/>
                  </a:cubicBezTo>
                  <a:close/>
                </a:path>
              </a:pathLst>
            </a:custGeom>
            <a:solidFill>
              <a:srgbClr val="E3051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0"/>
            <p:cNvSpPr txBox="1"/>
            <p:nvPr/>
          </p:nvSpPr>
          <p:spPr>
            <a:xfrm>
              <a:off x="0" y="9525"/>
              <a:ext cx="925045" cy="356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0"/>
          <p:cNvGrpSpPr/>
          <p:nvPr/>
        </p:nvGrpSpPr>
        <p:grpSpPr>
          <a:xfrm>
            <a:off x="9236966" y="3117803"/>
            <a:ext cx="3512279" cy="1008000"/>
            <a:chOff x="0" y="0"/>
            <a:chExt cx="925045" cy="365596"/>
          </a:xfrm>
        </p:grpSpPr>
        <p:sp>
          <p:nvSpPr>
            <p:cNvPr id="361" name="Google Shape;361;p10"/>
            <p:cNvSpPr/>
            <p:nvPr/>
          </p:nvSpPr>
          <p:spPr>
            <a:xfrm>
              <a:off x="0" y="0"/>
              <a:ext cx="925045" cy="365596"/>
            </a:xfrm>
            <a:custGeom>
              <a:rect b="b" l="l" r="r" t="t"/>
              <a:pathLst>
                <a:path extrusionOk="0" h="365596" w="925045">
                  <a:moveTo>
                    <a:pt x="112416" y="0"/>
                  </a:moveTo>
                  <a:lnTo>
                    <a:pt x="812628" y="0"/>
                  </a:lnTo>
                  <a:cubicBezTo>
                    <a:pt x="874714" y="0"/>
                    <a:pt x="925045" y="50331"/>
                    <a:pt x="925045" y="112416"/>
                  </a:cubicBezTo>
                  <a:lnTo>
                    <a:pt x="925045" y="253179"/>
                  </a:lnTo>
                  <a:cubicBezTo>
                    <a:pt x="925045" y="315265"/>
                    <a:pt x="874714" y="365596"/>
                    <a:pt x="812628" y="365596"/>
                  </a:cubicBezTo>
                  <a:lnTo>
                    <a:pt x="112416" y="365596"/>
                  </a:lnTo>
                  <a:cubicBezTo>
                    <a:pt x="50331" y="365596"/>
                    <a:pt x="0" y="315265"/>
                    <a:pt x="0" y="253179"/>
                  </a:cubicBezTo>
                  <a:lnTo>
                    <a:pt x="0" y="112416"/>
                  </a:lnTo>
                  <a:cubicBezTo>
                    <a:pt x="0" y="50331"/>
                    <a:pt x="50331" y="0"/>
                    <a:pt x="112416" y="0"/>
                  </a:cubicBezTo>
                  <a:close/>
                </a:path>
              </a:pathLst>
            </a:custGeom>
            <a:solidFill>
              <a:srgbClr val="E3051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0"/>
            <p:cNvSpPr txBox="1"/>
            <p:nvPr/>
          </p:nvSpPr>
          <p:spPr>
            <a:xfrm>
              <a:off x="0" y="9525"/>
              <a:ext cx="925045" cy="356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0"/>
          <p:cNvGrpSpPr/>
          <p:nvPr/>
        </p:nvGrpSpPr>
        <p:grpSpPr>
          <a:xfrm>
            <a:off x="13339795" y="3117803"/>
            <a:ext cx="3512279" cy="1008000"/>
            <a:chOff x="0" y="0"/>
            <a:chExt cx="925045" cy="365596"/>
          </a:xfrm>
        </p:grpSpPr>
        <p:sp>
          <p:nvSpPr>
            <p:cNvPr id="364" name="Google Shape;364;p10"/>
            <p:cNvSpPr/>
            <p:nvPr/>
          </p:nvSpPr>
          <p:spPr>
            <a:xfrm>
              <a:off x="0" y="0"/>
              <a:ext cx="925045" cy="365596"/>
            </a:xfrm>
            <a:custGeom>
              <a:rect b="b" l="l" r="r" t="t"/>
              <a:pathLst>
                <a:path extrusionOk="0" h="365596" w="925045">
                  <a:moveTo>
                    <a:pt x="112416" y="0"/>
                  </a:moveTo>
                  <a:lnTo>
                    <a:pt x="812628" y="0"/>
                  </a:lnTo>
                  <a:cubicBezTo>
                    <a:pt x="874714" y="0"/>
                    <a:pt x="925045" y="50331"/>
                    <a:pt x="925045" y="112416"/>
                  </a:cubicBezTo>
                  <a:lnTo>
                    <a:pt x="925045" y="253179"/>
                  </a:lnTo>
                  <a:cubicBezTo>
                    <a:pt x="925045" y="315265"/>
                    <a:pt x="874714" y="365596"/>
                    <a:pt x="812628" y="365596"/>
                  </a:cubicBezTo>
                  <a:lnTo>
                    <a:pt x="112416" y="365596"/>
                  </a:lnTo>
                  <a:cubicBezTo>
                    <a:pt x="50331" y="365596"/>
                    <a:pt x="0" y="315265"/>
                    <a:pt x="0" y="253179"/>
                  </a:cubicBezTo>
                  <a:lnTo>
                    <a:pt x="0" y="112416"/>
                  </a:lnTo>
                  <a:cubicBezTo>
                    <a:pt x="0" y="50331"/>
                    <a:pt x="50331" y="0"/>
                    <a:pt x="112416" y="0"/>
                  </a:cubicBezTo>
                  <a:close/>
                </a:path>
              </a:pathLst>
            </a:custGeom>
            <a:solidFill>
              <a:srgbClr val="E3051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0"/>
            <p:cNvSpPr txBox="1"/>
            <p:nvPr/>
          </p:nvSpPr>
          <p:spPr>
            <a:xfrm>
              <a:off x="0" y="9525"/>
              <a:ext cx="925045" cy="356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0"/>
          <p:cNvSpPr txBox="1"/>
          <p:nvPr/>
        </p:nvSpPr>
        <p:spPr>
          <a:xfrm>
            <a:off x="2013941" y="1333604"/>
            <a:ext cx="12164053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УЧАСТНИКИ ПИЛОТНОГО ПРОЕКТА</a:t>
            </a:r>
            <a:endParaRPr b="1" sz="50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1794748" y="3480372"/>
            <a:ext cx="2695499" cy="403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ОИВ г. Москвы</a:t>
            </a:r>
            <a:endParaRPr sz="239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10"/>
          <p:cNvSpPr txBox="1"/>
          <p:nvPr/>
        </p:nvSpPr>
        <p:spPr>
          <a:xfrm>
            <a:off x="5338204" y="3451456"/>
            <a:ext cx="3268669" cy="403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Управление инноваций</a:t>
            </a:r>
            <a:endParaRPr sz="239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9778443" y="3451456"/>
            <a:ext cx="2970802" cy="403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Продукты ДИТ</a:t>
            </a:r>
            <a:endParaRPr sz="239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13630582" y="3451456"/>
            <a:ext cx="2930704" cy="403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Поставщик решения</a:t>
            </a:r>
            <a:endParaRPr sz="239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1028700" y="4466604"/>
            <a:ext cx="4048372" cy="479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Формирует 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задачи</a:t>
            </a:r>
            <a:endParaRPr/>
          </a:p>
          <a:p>
            <a:pPr indent="0" lvl="0" marL="0" marR="0" rtl="0" algn="l">
              <a:lnSpc>
                <a:spcPct val="29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Выступает 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функциональным заказчиком</a:t>
            </a: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/>
          </a:p>
          <a:p>
            <a:pPr indent="0" lvl="0" marL="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Определяет 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площадку, объект </a:t>
            </a:r>
            <a:b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 сроки </a:t>
            </a: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пилотирования</a:t>
            </a:r>
            <a:endParaRPr/>
          </a:p>
          <a:p>
            <a:pPr indent="0" lvl="0" marL="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Назначает ответственного 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уполномоченного</a:t>
            </a: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за пилотный проект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Принимает технологию на 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масштабирование</a:t>
            </a:r>
            <a:endParaRPr/>
          </a:p>
        </p:txBody>
      </p:sp>
      <p:sp>
        <p:nvSpPr>
          <p:cNvPr id="372" name="Google Shape;372;p10"/>
          <p:cNvSpPr txBox="1"/>
          <p:nvPr/>
        </p:nvSpPr>
        <p:spPr>
          <a:xfrm>
            <a:off x="5165217" y="4462138"/>
            <a:ext cx="3476787" cy="70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Выделяет 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бюджет на</a:t>
            </a: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пилотный проект</a:t>
            </a:r>
            <a:endParaRPr/>
          </a:p>
        </p:txBody>
      </p:sp>
      <p:sp>
        <p:nvSpPr>
          <p:cNvPr id="373" name="Google Shape;373;p10"/>
          <p:cNvSpPr txBox="1"/>
          <p:nvPr/>
        </p:nvSpPr>
        <p:spPr>
          <a:xfrm>
            <a:off x="9333496" y="4466017"/>
            <a:ext cx="3476787" cy="182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Оказывает содействие </a:t>
            </a:r>
            <a:b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интеграции ИТ-решений </a:t>
            </a:r>
            <a:b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системы </a:t>
            </a:r>
            <a:b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г. Москвы </a:t>
            </a:r>
            <a:b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(при необходимости)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10"/>
          <p:cNvSpPr txBox="1"/>
          <p:nvPr/>
        </p:nvSpPr>
        <p:spPr>
          <a:xfrm>
            <a:off x="13339795" y="4462138"/>
            <a:ext cx="3315167" cy="1080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Предоставляет 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готовое решение </a:t>
            </a:r>
            <a:b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для пилотирования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5130086" y="5335105"/>
            <a:ext cx="3476787" cy="70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Формирует</a:t>
            </a: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ФТ и ТЗ </a:t>
            </a: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 проекту</a:t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6903611" y="2255240"/>
            <a:ext cx="3744000" cy="646855"/>
          </a:xfrm>
          <a:custGeom>
            <a:rect b="b" l="l" r="r" t="t"/>
            <a:pathLst>
              <a:path extrusionOk="0" h="387350" w="1854200">
                <a:moveTo>
                  <a:pt x="0" y="385432"/>
                </a:moveTo>
                <a:lnTo>
                  <a:pt x="0" y="127012"/>
                </a:lnTo>
                <a:lnTo>
                  <a:pt x="10021" y="77698"/>
                </a:lnTo>
                <a:lnTo>
                  <a:pt x="37306" y="37312"/>
                </a:lnTo>
                <a:lnTo>
                  <a:pt x="77688" y="10023"/>
                </a:lnTo>
                <a:lnTo>
                  <a:pt x="127000" y="0"/>
                </a:lnTo>
                <a:lnTo>
                  <a:pt x="1727200" y="0"/>
                </a:lnTo>
                <a:lnTo>
                  <a:pt x="1776511" y="10023"/>
                </a:lnTo>
                <a:lnTo>
                  <a:pt x="1816893" y="37312"/>
                </a:lnTo>
                <a:lnTo>
                  <a:pt x="1844178" y="77698"/>
                </a:lnTo>
                <a:lnTo>
                  <a:pt x="1854200" y="127012"/>
                </a:lnTo>
                <a:lnTo>
                  <a:pt x="1854200" y="386918"/>
                </a:lnTo>
              </a:path>
            </a:pathLst>
          </a:custGeom>
          <a:noFill/>
          <a:ln cap="flat" cmpd="sng" w="17425">
            <a:solidFill>
              <a:srgbClr val="93959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0564200" y="2857500"/>
            <a:ext cx="180000" cy="108000"/>
          </a:xfrm>
          <a:custGeom>
            <a:rect b="b" l="l" r="r" t="t"/>
            <a:pathLst>
              <a:path extrusionOk="0" h="62229" w="100329">
                <a:moveTo>
                  <a:pt x="8940" y="0"/>
                </a:moveTo>
                <a:lnTo>
                  <a:pt x="0" y="8318"/>
                </a:lnTo>
                <a:lnTo>
                  <a:pt x="49898" y="61988"/>
                </a:lnTo>
                <a:lnTo>
                  <a:pt x="66562" y="44068"/>
                </a:lnTo>
                <a:lnTo>
                  <a:pt x="49898" y="44068"/>
                </a:lnTo>
                <a:lnTo>
                  <a:pt x="8940" y="0"/>
                </a:lnTo>
                <a:close/>
              </a:path>
              <a:path extrusionOk="0" h="62229" w="100329">
                <a:moveTo>
                  <a:pt x="90868" y="0"/>
                </a:moveTo>
                <a:lnTo>
                  <a:pt x="49898" y="44068"/>
                </a:lnTo>
                <a:lnTo>
                  <a:pt x="66562" y="44068"/>
                </a:lnTo>
                <a:lnTo>
                  <a:pt x="99809" y="8318"/>
                </a:lnTo>
                <a:lnTo>
                  <a:pt x="90868" y="0"/>
                </a:lnTo>
                <a:close/>
              </a:path>
            </a:pathLst>
          </a:custGeom>
          <a:solidFill>
            <a:srgbClr val="93959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868479" y="7429500"/>
            <a:ext cx="4048372" cy="662721"/>
          </a:xfrm>
          <a:custGeom>
            <a:rect b="b" l="l" r="r" t="t"/>
            <a:pathLst>
              <a:path extrusionOk="0" h="400685" w="1854200">
                <a:moveTo>
                  <a:pt x="0" y="27952"/>
                </a:moveTo>
                <a:lnTo>
                  <a:pt x="0" y="273138"/>
                </a:lnTo>
                <a:lnTo>
                  <a:pt x="10021" y="322450"/>
                </a:lnTo>
                <a:lnTo>
                  <a:pt x="37306" y="362832"/>
                </a:lnTo>
                <a:lnTo>
                  <a:pt x="77688" y="390117"/>
                </a:lnTo>
                <a:lnTo>
                  <a:pt x="127000" y="400138"/>
                </a:lnTo>
                <a:lnTo>
                  <a:pt x="1727200" y="400138"/>
                </a:lnTo>
                <a:lnTo>
                  <a:pt x="1776511" y="390117"/>
                </a:lnTo>
                <a:lnTo>
                  <a:pt x="1816893" y="362832"/>
                </a:lnTo>
                <a:lnTo>
                  <a:pt x="1844178" y="322450"/>
                </a:lnTo>
                <a:lnTo>
                  <a:pt x="1854200" y="273138"/>
                </a:lnTo>
                <a:lnTo>
                  <a:pt x="1854200" y="0"/>
                </a:lnTo>
              </a:path>
            </a:pathLst>
          </a:custGeom>
          <a:noFill/>
          <a:ln cap="flat" cmpd="sng" w="17425">
            <a:solidFill>
              <a:srgbClr val="93959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12877801" y="3694867"/>
            <a:ext cx="461994" cy="180000"/>
          </a:xfrm>
          <a:custGeom>
            <a:rect b="b" l="l" r="r" t="t"/>
            <a:pathLst>
              <a:path extrusionOk="0" h="120000" w="567054">
                <a:moveTo>
                  <a:pt x="0" y="0"/>
                </a:moveTo>
                <a:lnTo>
                  <a:pt x="566737" y="0"/>
                </a:lnTo>
              </a:path>
            </a:pathLst>
          </a:custGeom>
          <a:noFill/>
          <a:ln cap="flat" cmpd="sng" w="17425">
            <a:solidFill>
              <a:srgbClr val="93959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509239" y="6393304"/>
            <a:ext cx="180000" cy="108000"/>
          </a:xfrm>
          <a:custGeom>
            <a:rect b="b" l="l" r="r" t="t"/>
            <a:pathLst>
              <a:path extrusionOk="0" h="62229" w="100329">
                <a:moveTo>
                  <a:pt x="49898" y="0"/>
                </a:moveTo>
                <a:lnTo>
                  <a:pt x="0" y="53670"/>
                </a:lnTo>
                <a:lnTo>
                  <a:pt x="8940" y="62001"/>
                </a:lnTo>
                <a:lnTo>
                  <a:pt x="49898" y="17919"/>
                </a:lnTo>
                <a:lnTo>
                  <a:pt x="66562" y="17919"/>
                </a:lnTo>
                <a:lnTo>
                  <a:pt x="49898" y="0"/>
                </a:lnTo>
                <a:close/>
              </a:path>
              <a:path extrusionOk="0" h="62229" w="100329">
                <a:moveTo>
                  <a:pt x="66562" y="17919"/>
                </a:moveTo>
                <a:lnTo>
                  <a:pt x="49898" y="17919"/>
                </a:lnTo>
                <a:lnTo>
                  <a:pt x="90868" y="62001"/>
                </a:lnTo>
                <a:lnTo>
                  <a:pt x="99809" y="53670"/>
                </a:lnTo>
                <a:lnTo>
                  <a:pt x="66562" y="17919"/>
                </a:lnTo>
                <a:close/>
              </a:path>
            </a:pathLst>
          </a:custGeom>
          <a:solidFill>
            <a:srgbClr val="93959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 flipH="1" rot="10800000">
            <a:off x="4553011" y="3695699"/>
            <a:ext cx="442027" cy="45719"/>
          </a:xfrm>
          <a:custGeom>
            <a:rect b="b" l="l" r="r" t="t"/>
            <a:pathLst>
              <a:path extrusionOk="0" h="120000" w="567054">
                <a:moveTo>
                  <a:pt x="0" y="0"/>
                </a:moveTo>
                <a:lnTo>
                  <a:pt x="566737" y="0"/>
                </a:lnTo>
              </a:path>
            </a:pathLst>
          </a:custGeom>
          <a:noFill/>
          <a:ln cap="flat" cmpd="sng" w="17425">
            <a:solidFill>
              <a:srgbClr val="93959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945949" y="3668100"/>
            <a:ext cx="144000" cy="180000"/>
          </a:xfrm>
          <a:custGeom>
            <a:rect b="b" l="l" r="r" t="t"/>
            <a:pathLst>
              <a:path extrusionOk="0" h="100329" w="62229">
                <a:moveTo>
                  <a:pt x="8331" y="0"/>
                </a:moveTo>
                <a:lnTo>
                  <a:pt x="0" y="8940"/>
                </a:lnTo>
                <a:lnTo>
                  <a:pt x="44081" y="49910"/>
                </a:lnTo>
                <a:lnTo>
                  <a:pt x="0" y="90868"/>
                </a:lnTo>
                <a:lnTo>
                  <a:pt x="8331" y="99809"/>
                </a:lnTo>
                <a:lnTo>
                  <a:pt x="62001" y="49910"/>
                </a:lnTo>
                <a:lnTo>
                  <a:pt x="8331" y="0"/>
                </a:lnTo>
                <a:close/>
              </a:path>
            </a:pathLst>
          </a:custGeom>
          <a:solidFill>
            <a:srgbClr val="93959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12828520" y="3604867"/>
            <a:ext cx="144000" cy="180000"/>
          </a:xfrm>
          <a:custGeom>
            <a:rect b="b" l="l" r="r" t="t"/>
            <a:pathLst>
              <a:path extrusionOk="0" h="100329" w="62230">
                <a:moveTo>
                  <a:pt x="53670" y="0"/>
                </a:moveTo>
                <a:lnTo>
                  <a:pt x="0" y="49911"/>
                </a:lnTo>
                <a:lnTo>
                  <a:pt x="53670" y="99809"/>
                </a:lnTo>
                <a:lnTo>
                  <a:pt x="62001" y="90868"/>
                </a:lnTo>
                <a:lnTo>
                  <a:pt x="17919" y="49911"/>
                </a:lnTo>
                <a:lnTo>
                  <a:pt x="62001" y="8940"/>
                </a:lnTo>
                <a:lnTo>
                  <a:pt x="53670" y="0"/>
                </a:lnTo>
                <a:close/>
              </a:path>
            </a:pathLst>
          </a:custGeom>
          <a:solidFill>
            <a:srgbClr val="93959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5180457" y="6312324"/>
            <a:ext cx="3476787" cy="70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Реализует</a:t>
            </a:r>
            <a:r>
              <a:rPr lang="ru-RU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пилотный проект «под ключ»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Google Shape;390;p11"/>
          <p:cNvCxnSpPr/>
          <p:nvPr/>
        </p:nvCxnSpPr>
        <p:spPr>
          <a:xfrm flipH="1" rot="10800000">
            <a:off x="7095892" y="3764604"/>
            <a:ext cx="579233" cy="217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91" name="Google Shape;391;p11"/>
          <p:cNvCxnSpPr>
            <a:endCxn id="392" idx="1"/>
          </p:cNvCxnSpPr>
          <p:nvPr/>
        </p:nvCxnSpPr>
        <p:spPr>
          <a:xfrm flipH="1" rot="10800000">
            <a:off x="8672517" y="3747048"/>
            <a:ext cx="622800" cy="24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93" name="Google Shape;393;p11"/>
          <p:cNvSpPr txBox="1"/>
          <p:nvPr/>
        </p:nvSpPr>
        <p:spPr>
          <a:xfrm>
            <a:off x="3353157" y="4257788"/>
            <a:ext cx="333098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идей</a:t>
            </a:r>
            <a:r>
              <a:rPr b="1"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одобрены, но признаны рискованными или потребовали уточнения</a:t>
            </a:r>
            <a:endParaRPr/>
          </a:p>
        </p:txBody>
      </p:sp>
      <p:cxnSp>
        <p:nvCxnSpPr>
          <p:cNvPr id="394" name="Google Shape;394;p11"/>
          <p:cNvCxnSpPr>
            <a:endCxn id="395" idx="1"/>
          </p:cNvCxnSpPr>
          <p:nvPr/>
        </p:nvCxnSpPr>
        <p:spPr>
          <a:xfrm flipH="1" rot="10800000">
            <a:off x="2671827" y="8081802"/>
            <a:ext cx="678300" cy="23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96" name="Google Shape;396;p11"/>
          <p:cNvCxnSpPr>
            <a:endCxn id="397" idx="1"/>
          </p:cNvCxnSpPr>
          <p:nvPr/>
        </p:nvCxnSpPr>
        <p:spPr>
          <a:xfrm flipH="1" rot="10800000">
            <a:off x="2048048" y="6714227"/>
            <a:ext cx="1282800" cy="23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98" name="Google Shape;398;p11"/>
          <p:cNvCxnSpPr>
            <a:endCxn id="399" idx="1"/>
          </p:cNvCxnSpPr>
          <p:nvPr/>
        </p:nvCxnSpPr>
        <p:spPr>
          <a:xfrm flipH="1" rot="10800000">
            <a:off x="8519517" y="5006775"/>
            <a:ext cx="775800" cy="19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00" name="Google Shape;400;p11"/>
          <p:cNvSpPr/>
          <p:nvPr/>
        </p:nvSpPr>
        <p:spPr>
          <a:xfrm>
            <a:off x="7523601" y="3650727"/>
            <a:ext cx="1255107" cy="2182533"/>
          </a:xfrm>
          <a:prstGeom prst="rect">
            <a:avLst/>
          </a:prstGeom>
          <a:solidFill>
            <a:srgbClr val="494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descr="Ассортиментся с различными узорами" id="401" name="Google Shape;401;p11"/>
          <p:cNvGrpSpPr/>
          <p:nvPr/>
        </p:nvGrpSpPr>
        <p:grpSpPr>
          <a:xfrm>
            <a:off x="14146770" y="6233579"/>
            <a:ext cx="4309191" cy="4443744"/>
            <a:chOff x="-7340706" y="9775934"/>
            <a:chExt cx="2570749" cy="2570749"/>
          </a:xfrm>
        </p:grpSpPr>
        <p:sp>
          <p:nvSpPr>
            <p:cNvPr id="402" name="Google Shape;402;p11"/>
            <p:cNvSpPr/>
            <p:nvPr/>
          </p:nvSpPr>
          <p:spPr>
            <a:xfrm>
              <a:off x="-5440439" y="11676193"/>
              <a:ext cx="514978" cy="514978"/>
            </a:xfrm>
            <a:custGeom>
              <a:rect b="b" l="l" r="r" t="t"/>
              <a:pathLst>
                <a:path extrusionOk="0" h="514978" w="514978">
                  <a:moveTo>
                    <a:pt x="102970" y="452413"/>
                  </a:moveTo>
                  <a:lnTo>
                    <a:pt x="452413" y="102970"/>
                  </a:lnTo>
                  <a:cubicBezTo>
                    <a:pt x="475024" y="69430"/>
                    <a:pt x="495876" y="35069"/>
                    <a:pt x="514978" y="0"/>
                  </a:cubicBezTo>
                  <a:lnTo>
                    <a:pt x="0" y="514978"/>
                  </a:lnTo>
                  <a:cubicBezTo>
                    <a:pt x="35069" y="495876"/>
                    <a:pt x="69430" y="475024"/>
                    <a:pt x="102970" y="452413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-5673569" y="11443063"/>
              <a:ext cx="846534" cy="846534"/>
            </a:xfrm>
            <a:custGeom>
              <a:rect b="b" l="l" r="r" t="t"/>
              <a:pathLst>
                <a:path extrusionOk="0" h="846534" w="846534">
                  <a:moveTo>
                    <a:pt x="60994" y="825946"/>
                  </a:moveTo>
                  <a:lnTo>
                    <a:pt x="825946" y="60994"/>
                  </a:lnTo>
                  <a:cubicBezTo>
                    <a:pt x="833333" y="40805"/>
                    <a:pt x="840191" y="20467"/>
                    <a:pt x="846534" y="0"/>
                  </a:cubicBezTo>
                  <a:lnTo>
                    <a:pt x="0" y="846534"/>
                  </a:lnTo>
                  <a:cubicBezTo>
                    <a:pt x="20467" y="840191"/>
                    <a:pt x="40805" y="833333"/>
                    <a:pt x="60994" y="825946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-5849484" y="11267156"/>
              <a:ext cx="1063654" cy="1063646"/>
            </a:xfrm>
            <a:custGeom>
              <a:rect b="b" l="l" r="r" t="t"/>
              <a:pathLst>
                <a:path extrusionOk="0" h="1063646" w="1063654">
                  <a:moveTo>
                    <a:pt x="49349" y="1054710"/>
                  </a:moveTo>
                  <a:lnTo>
                    <a:pt x="1054710" y="49349"/>
                  </a:lnTo>
                  <a:cubicBezTo>
                    <a:pt x="1058011" y="32947"/>
                    <a:pt x="1060997" y="16495"/>
                    <a:pt x="1063654" y="0"/>
                  </a:cubicBezTo>
                  <a:lnTo>
                    <a:pt x="0" y="1063647"/>
                  </a:lnTo>
                  <a:cubicBezTo>
                    <a:pt x="16495" y="1060990"/>
                    <a:pt x="32947" y="1058011"/>
                    <a:pt x="49349" y="105471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-5999481" y="11117158"/>
              <a:ext cx="1228939" cy="1228932"/>
            </a:xfrm>
            <a:custGeom>
              <a:rect b="b" l="l" r="r" t="t"/>
              <a:pathLst>
                <a:path extrusionOk="0" h="1228932" w="1228939">
                  <a:moveTo>
                    <a:pt x="42977" y="1226361"/>
                  </a:moveTo>
                  <a:lnTo>
                    <a:pt x="1226368" y="42977"/>
                  </a:lnTo>
                  <a:cubicBezTo>
                    <a:pt x="1227461" y="28660"/>
                    <a:pt x="1228318" y="14337"/>
                    <a:pt x="1228940" y="0"/>
                  </a:cubicBezTo>
                  <a:lnTo>
                    <a:pt x="0" y="1228932"/>
                  </a:lnTo>
                  <a:cubicBezTo>
                    <a:pt x="14338" y="1228318"/>
                    <a:pt x="28668" y="1227453"/>
                    <a:pt x="42977" y="122636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-6132998" y="10983627"/>
              <a:ext cx="1363041" cy="1363056"/>
            </a:xfrm>
            <a:custGeom>
              <a:rect b="b" l="l" r="r" t="t"/>
              <a:pathLst>
                <a:path extrusionOk="0" h="1363056" w="1363041">
                  <a:moveTo>
                    <a:pt x="38634" y="1363056"/>
                  </a:moveTo>
                  <a:lnTo>
                    <a:pt x="1363042" y="38641"/>
                  </a:lnTo>
                  <a:cubicBezTo>
                    <a:pt x="1362649" y="25753"/>
                    <a:pt x="1362049" y="12873"/>
                    <a:pt x="1361270" y="0"/>
                  </a:cubicBezTo>
                  <a:lnTo>
                    <a:pt x="0" y="1361285"/>
                  </a:lnTo>
                  <a:cubicBezTo>
                    <a:pt x="12866" y="1362056"/>
                    <a:pt x="25746" y="1362663"/>
                    <a:pt x="38634" y="1363056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-6254577" y="10862055"/>
              <a:ext cx="1474762" cy="1474762"/>
            </a:xfrm>
            <a:custGeom>
              <a:rect b="b" l="l" r="r" t="t"/>
              <a:pathLst>
                <a:path extrusionOk="0" h="1474762" w="1474762">
                  <a:moveTo>
                    <a:pt x="35369" y="1474763"/>
                  </a:moveTo>
                  <a:lnTo>
                    <a:pt x="1474763" y="35376"/>
                  </a:lnTo>
                  <a:cubicBezTo>
                    <a:pt x="1473255" y="23567"/>
                    <a:pt x="1471570" y="11773"/>
                    <a:pt x="1469727" y="0"/>
                  </a:cubicBezTo>
                  <a:lnTo>
                    <a:pt x="0" y="1469734"/>
                  </a:lnTo>
                  <a:cubicBezTo>
                    <a:pt x="11773" y="1471570"/>
                    <a:pt x="23560" y="1473255"/>
                    <a:pt x="35369" y="1474763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-6366685" y="10749955"/>
              <a:ext cx="1566938" cy="1566931"/>
            </a:xfrm>
            <a:custGeom>
              <a:rect b="b" l="l" r="r" t="t"/>
              <a:pathLst>
                <a:path extrusionOk="0" h="1566931" w="1566938">
                  <a:moveTo>
                    <a:pt x="32704" y="1566932"/>
                  </a:moveTo>
                  <a:lnTo>
                    <a:pt x="1566939" y="32704"/>
                  </a:lnTo>
                  <a:cubicBezTo>
                    <a:pt x="1564524" y="21774"/>
                    <a:pt x="1561938" y="10873"/>
                    <a:pt x="1559238" y="0"/>
                  </a:cubicBezTo>
                  <a:lnTo>
                    <a:pt x="0" y="1559231"/>
                  </a:lnTo>
                  <a:cubicBezTo>
                    <a:pt x="10873" y="1561931"/>
                    <a:pt x="21774" y="1564517"/>
                    <a:pt x="32704" y="156693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-6470754" y="10645878"/>
              <a:ext cx="1642619" cy="1642619"/>
            </a:xfrm>
            <a:custGeom>
              <a:rect b="b" l="l" r="r" t="t"/>
              <a:pathLst>
                <a:path extrusionOk="0" h="1642619" w="1642619">
                  <a:moveTo>
                    <a:pt x="30461" y="1642620"/>
                  </a:moveTo>
                  <a:lnTo>
                    <a:pt x="1642620" y="30461"/>
                  </a:lnTo>
                  <a:cubicBezTo>
                    <a:pt x="1639434" y="20274"/>
                    <a:pt x="1636119" y="10123"/>
                    <a:pt x="1632668" y="0"/>
                  </a:cubicBezTo>
                  <a:lnTo>
                    <a:pt x="0" y="1632676"/>
                  </a:lnTo>
                  <a:cubicBezTo>
                    <a:pt x="10123" y="1636119"/>
                    <a:pt x="20274" y="1639434"/>
                    <a:pt x="30461" y="164262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-6567952" y="10548680"/>
              <a:ext cx="1704320" cy="1704320"/>
            </a:xfrm>
            <a:custGeom>
              <a:rect b="b" l="l" r="r" t="t"/>
              <a:pathLst>
                <a:path extrusionOk="0" h="1704320" w="1704320">
                  <a:moveTo>
                    <a:pt x="28454" y="1704320"/>
                  </a:moveTo>
                  <a:lnTo>
                    <a:pt x="1704320" y="28461"/>
                  </a:lnTo>
                  <a:cubicBezTo>
                    <a:pt x="1700455" y="18938"/>
                    <a:pt x="1696476" y="9451"/>
                    <a:pt x="1692369" y="0"/>
                  </a:cubicBezTo>
                  <a:lnTo>
                    <a:pt x="0" y="1692369"/>
                  </a:lnTo>
                  <a:cubicBezTo>
                    <a:pt x="9444" y="1696469"/>
                    <a:pt x="18931" y="1700448"/>
                    <a:pt x="28454" y="170432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-6658784" y="10457840"/>
              <a:ext cx="1753090" cy="1753097"/>
            </a:xfrm>
            <a:custGeom>
              <a:rect b="b" l="l" r="r" t="t"/>
              <a:pathLst>
                <a:path extrusionOk="0" h="1753097" w="1753090">
                  <a:moveTo>
                    <a:pt x="26639" y="1753098"/>
                  </a:moveTo>
                  <a:lnTo>
                    <a:pt x="1753090" y="26646"/>
                  </a:lnTo>
                  <a:cubicBezTo>
                    <a:pt x="1748611" y="17724"/>
                    <a:pt x="1744032" y="8837"/>
                    <a:pt x="1739324" y="0"/>
                  </a:cubicBezTo>
                  <a:lnTo>
                    <a:pt x="0" y="1739339"/>
                  </a:lnTo>
                  <a:cubicBezTo>
                    <a:pt x="8837" y="1744040"/>
                    <a:pt x="17716" y="1748619"/>
                    <a:pt x="26639" y="1753098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-6743895" y="10372737"/>
              <a:ext cx="1790288" cy="1790287"/>
            </a:xfrm>
            <a:custGeom>
              <a:rect b="b" l="l" r="r" t="t"/>
              <a:pathLst>
                <a:path extrusionOk="0" h="1790287" w="1790288">
                  <a:moveTo>
                    <a:pt x="0" y="1774836"/>
                  </a:moveTo>
                  <a:cubicBezTo>
                    <a:pt x="8272" y="1780094"/>
                    <a:pt x="16595" y="1785237"/>
                    <a:pt x="24960" y="1790288"/>
                  </a:cubicBezTo>
                  <a:lnTo>
                    <a:pt x="1790288" y="24960"/>
                  </a:lnTo>
                  <a:cubicBezTo>
                    <a:pt x="1785237" y="16595"/>
                    <a:pt x="1780094" y="8272"/>
                    <a:pt x="1774836" y="0"/>
                  </a:cubicBezTo>
                  <a:lnTo>
                    <a:pt x="0" y="1774836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-6823598" y="10293034"/>
              <a:ext cx="1816584" cy="1816584"/>
            </a:xfrm>
            <a:custGeom>
              <a:rect b="b" l="l" r="r" t="t"/>
              <a:pathLst>
                <a:path extrusionOk="0" h="1816584" w="1816584">
                  <a:moveTo>
                    <a:pt x="0" y="1799547"/>
                  </a:moveTo>
                  <a:cubicBezTo>
                    <a:pt x="7737" y="1805326"/>
                    <a:pt x="15531" y="1810998"/>
                    <a:pt x="23367" y="1816585"/>
                  </a:cubicBezTo>
                  <a:lnTo>
                    <a:pt x="1816585" y="23367"/>
                  </a:lnTo>
                  <a:cubicBezTo>
                    <a:pt x="1810998" y="15531"/>
                    <a:pt x="1805326" y="7737"/>
                    <a:pt x="1799547" y="0"/>
                  </a:cubicBezTo>
                  <a:lnTo>
                    <a:pt x="0" y="1799547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-6898157" y="10223389"/>
              <a:ext cx="1829249" cy="1827607"/>
            </a:xfrm>
            <a:custGeom>
              <a:rect b="b" l="l" r="r" t="t"/>
              <a:pathLst>
                <a:path extrusionOk="0" h="1827607" w="1829249">
                  <a:moveTo>
                    <a:pt x="21845" y="1827607"/>
                  </a:moveTo>
                  <a:lnTo>
                    <a:pt x="1829250" y="20203"/>
                  </a:lnTo>
                  <a:lnTo>
                    <a:pt x="1809047" y="0"/>
                  </a:lnTo>
                  <a:lnTo>
                    <a:pt x="0" y="1809048"/>
                  </a:lnTo>
                  <a:cubicBezTo>
                    <a:pt x="7229" y="1815334"/>
                    <a:pt x="14516" y="1821507"/>
                    <a:pt x="21845" y="1827607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-6967738" y="10156231"/>
              <a:ext cx="1831286" cy="1831114"/>
            </a:xfrm>
            <a:custGeom>
              <a:rect b="b" l="l" r="r" t="t"/>
              <a:pathLst>
                <a:path extrusionOk="0" h="1831114" w="1831286">
                  <a:moveTo>
                    <a:pt x="0" y="1811083"/>
                  </a:moveTo>
                  <a:cubicBezTo>
                    <a:pt x="1122" y="1812212"/>
                    <a:pt x="2201" y="1813370"/>
                    <a:pt x="3329" y="1814491"/>
                  </a:cubicBezTo>
                  <a:cubicBezTo>
                    <a:pt x="8958" y="1820120"/>
                    <a:pt x="14673" y="1825614"/>
                    <a:pt x="20374" y="1831115"/>
                  </a:cubicBezTo>
                  <a:lnTo>
                    <a:pt x="1831286" y="20203"/>
                  </a:lnTo>
                  <a:lnTo>
                    <a:pt x="1811084" y="0"/>
                  </a:lnTo>
                  <a:lnTo>
                    <a:pt x="0" y="1811083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-7032410" y="10089066"/>
              <a:ext cx="1828414" cy="1829721"/>
            </a:xfrm>
            <a:custGeom>
              <a:rect b="b" l="l" r="r" t="t"/>
              <a:pathLst>
                <a:path extrusionOk="0" h="1829721" w="1828414">
                  <a:moveTo>
                    <a:pt x="18902" y="1829722"/>
                  </a:moveTo>
                  <a:lnTo>
                    <a:pt x="1828414" y="20203"/>
                  </a:lnTo>
                  <a:lnTo>
                    <a:pt x="1808212" y="0"/>
                  </a:lnTo>
                  <a:lnTo>
                    <a:pt x="0" y="1808219"/>
                  </a:lnTo>
                  <a:cubicBezTo>
                    <a:pt x="6194" y="1815448"/>
                    <a:pt x="12523" y="1822599"/>
                    <a:pt x="18902" y="182972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-7092060" y="10024579"/>
              <a:ext cx="1820527" cy="1820684"/>
            </a:xfrm>
            <a:custGeom>
              <a:rect b="b" l="l" r="r" t="t"/>
              <a:pathLst>
                <a:path extrusionOk="0" h="1820684" w="1820527">
                  <a:moveTo>
                    <a:pt x="0" y="1797653"/>
                  </a:moveTo>
                  <a:cubicBezTo>
                    <a:pt x="5686" y="1805383"/>
                    <a:pt x="11494" y="1813055"/>
                    <a:pt x="17374" y="1820685"/>
                  </a:cubicBezTo>
                  <a:lnTo>
                    <a:pt x="1820527" y="17538"/>
                  </a:lnTo>
                  <a:lnTo>
                    <a:pt x="1819349" y="16359"/>
                  </a:lnTo>
                  <a:cubicBezTo>
                    <a:pt x="1812155" y="10830"/>
                    <a:pt x="1804940" y="5351"/>
                    <a:pt x="1797660" y="0"/>
                  </a:cubicBezTo>
                  <a:lnTo>
                    <a:pt x="0" y="1797653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-7146531" y="9970101"/>
              <a:ext cx="1796503" cy="1796495"/>
            </a:xfrm>
            <a:custGeom>
              <a:rect b="b" l="l" r="r" t="t"/>
              <a:pathLst>
                <a:path extrusionOk="0" h="1796495" w="1796503">
                  <a:moveTo>
                    <a:pt x="0" y="1771893"/>
                  </a:moveTo>
                  <a:cubicBezTo>
                    <a:pt x="5158" y="1780144"/>
                    <a:pt x="10444" y="1788338"/>
                    <a:pt x="15802" y="1796496"/>
                  </a:cubicBezTo>
                  <a:lnTo>
                    <a:pt x="1796503" y="15802"/>
                  </a:lnTo>
                  <a:cubicBezTo>
                    <a:pt x="1788345" y="10444"/>
                    <a:pt x="1780151" y="5158"/>
                    <a:pt x="1771900" y="0"/>
                  </a:cubicBezTo>
                  <a:lnTo>
                    <a:pt x="0" y="1771893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-7195530" y="9921095"/>
              <a:ext cx="1761470" cy="1761477"/>
            </a:xfrm>
            <a:custGeom>
              <a:rect b="b" l="l" r="r" t="t"/>
              <a:pathLst>
                <a:path extrusionOk="0" h="1761477" w="1761470">
                  <a:moveTo>
                    <a:pt x="14130" y="1761478"/>
                  </a:moveTo>
                  <a:lnTo>
                    <a:pt x="1761470" y="14130"/>
                  </a:lnTo>
                  <a:cubicBezTo>
                    <a:pt x="1752755" y="9315"/>
                    <a:pt x="1743996" y="4600"/>
                    <a:pt x="1735188" y="0"/>
                  </a:cubicBezTo>
                  <a:lnTo>
                    <a:pt x="0" y="1735203"/>
                  </a:lnTo>
                  <a:cubicBezTo>
                    <a:pt x="4593" y="1744004"/>
                    <a:pt x="9315" y="1752762"/>
                    <a:pt x="14130" y="1761478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-7238721" y="9877911"/>
              <a:ext cx="1714942" cy="1714942"/>
            </a:xfrm>
            <a:custGeom>
              <a:rect b="b" l="l" r="r" t="t"/>
              <a:pathLst>
                <a:path extrusionOk="0" h="1714942" w="1714942">
                  <a:moveTo>
                    <a:pt x="12330" y="1714943"/>
                  </a:moveTo>
                  <a:lnTo>
                    <a:pt x="1714943" y="12330"/>
                  </a:lnTo>
                  <a:cubicBezTo>
                    <a:pt x="1705621" y="8101"/>
                    <a:pt x="1696262" y="3994"/>
                    <a:pt x="1686868" y="0"/>
                  </a:cubicBezTo>
                  <a:lnTo>
                    <a:pt x="0" y="1686868"/>
                  </a:lnTo>
                  <a:cubicBezTo>
                    <a:pt x="3994" y="1696269"/>
                    <a:pt x="8108" y="1705627"/>
                    <a:pt x="12330" y="1714943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-7275633" y="9841006"/>
              <a:ext cx="1656014" cy="1656014"/>
            </a:xfrm>
            <a:custGeom>
              <a:rect b="b" l="l" r="r" t="t"/>
              <a:pathLst>
                <a:path extrusionOk="0" h="1656014" w="1656014">
                  <a:moveTo>
                    <a:pt x="10373" y="1656014"/>
                  </a:moveTo>
                  <a:lnTo>
                    <a:pt x="1656014" y="10373"/>
                  </a:lnTo>
                  <a:cubicBezTo>
                    <a:pt x="1646034" y="6786"/>
                    <a:pt x="1636026" y="3329"/>
                    <a:pt x="1625982" y="0"/>
                  </a:cubicBezTo>
                  <a:lnTo>
                    <a:pt x="0" y="1625975"/>
                  </a:lnTo>
                  <a:cubicBezTo>
                    <a:pt x="3336" y="1636026"/>
                    <a:pt x="6794" y="1646034"/>
                    <a:pt x="10373" y="1656014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-7305516" y="9811109"/>
              <a:ext cx="1583305" cy="1583312"/>
            </a:xfrm>
            <a:custGeom>
              <a:rect b="b" l="l" r="r" t="t"/>
              <a:pathLst>
                <a:path extrusionOk="0" h="1583312" w="1583305">
                  <a:moveTo>
                    <a:pt x="8151" y="1583312"/>
                  </a:moveTo>
                  <a:lnTo>
                    <a:pt x="1583305" y="8151"/>
                  </a:lnTo>
                  <a:cubicBezTo>
                    <a:pt x="1572582" y="5286"/>
                    <a:pt x="1561824" y="2586"/>
                    <a:pt x="1551044" y="0"/>
                  </a:cubicBezTo>
                  <a:lnTo>
                    <a:pt x="0" y="1551051"/>
                  </a:lnTo>
                  <a:cubicBezTo>
                    <a:pt x="2579" y="1561838"/>
                    <a:pt x="5287" y="1572589"/>
                    <a:pt x="8151" y="158331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-7327297" y="9789328"/>
              <a:ext cx="1494686" cy="1494693"/>
            </a:xfrm>
            <a:custGeom>
              <a:rect b="b" l="l" r="r" t="t"/>
              <a:pathLst>
                <a:path extrusionOk="0" h="1494693" w="1494686">
                  <a:moveTo>
                    <a:pt x="5622" y="1494694"/>
                  </a:moveTo>
                  <a:lnTo>
                    <a:pt x="1494687" y="5629"/>
                  </a:lnTo>
                  <a:cubicBezTo>
                    <a:pt x="1483114" y="3608"/>
                    <a:pt x="1471520" y="1707"/>
                    <a:pt x="1459904" y="0"/>
                  </a:cubicBezTo>
                  <a:lnTo>
                    <a:pt x="0" y="1459918"/>
                  </a:lnTo>
                  <a:cubicBezTo>
                    <a:pt x="1700" y="1471534"/>
                    <a:pt x="3600" y="1483121"/>
                    <a:pt x="5622" y="1494694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-7339362" y="9777270"/>
              <a:ext cx="1387223" cy="1387223"/>
            </a:xfrm>
            <a:custGeom>
              <a:rect b="b" l="l" r="r" t="t"/>
              <a:pathLst>
                <a:path extrusionOk="0" h="1387223" w="1387223">
                  <a:moveTo>
                    <a:pt x="2515" y="1387223"/>
                  </a:moveTo>
                  <a:lnTo>
                    <a:pt x="1387223" y="2515"/>
                  </a:lnTo>
                  <a:cubicBezTo>
                    <a:pt x="1374601" y="1507"/>
                    <a:pt x="1361970" y="636"/>
                    <a:pt x="1349333" y="0"/>
                  </a:cubicBezTo>
                  <a:lnTo>
                    <a:pt x="0" y="1349333"/>
                  </a:lnTo>
                  <a:cubicBezTo>
                    <a:pt x="643" y="1361977"/>
                    <a:pt x="1507" y="1374601"/>
                    <a:pt x="2515" y="1387223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-7340706" y="9775934"/>
              <a:ext cx="1257721" cy="1257721"/>
            </a:xfrm>
            <a:custGeom>
              <a:rect b="b" l="l" r="r" t="t"/>
              <a:pathLst>
                <a:path extrusionOk="0" h="1257721" w="1257721">
                  <a:moveTo>
                    <a:pt x="0" y="1257721"/>
                  </a:moveTo>
                  <a:lnTo>
                    <a:pt x="1257722" y="0"/>
                  </a:lnTo>
                  <a:cubicBezTo>
                    <a:pt x="1243705" y="300"/>
                    <a:pt x="1229690" y="872"/>
                    <a:pt x="1215688" y="1629"/>
                  </a:cubicBezTo>
                  <a:lnTo>
                    <a:pt x="1629" y="1215680"/>
                  </a:lnTo>
                  <a:cubicBezTo>
                    <a:pt x="872" y="1229689"/>
                    <a:pt x="300" y="1243698"/>
                    <a:pt x="0" y="125772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1"/>
            <p:cNvSpPr/>
            <p:nvPr/>
          </p:nvSpPr>
          <p:spPr>
            <a:xfrm>
              <a:off x="-7329190" y="9787442"/>
              <a:ext cx="1099987" cy="1099987"/>
            </a:xfrm>
            <a:custGeom>
              <a:rect b="b" l="l" r="r" t="t"/>
              <a:pathLst>
                <a:path extrusionOk="0" h="1099987" w="1099987">
                  <a:moveTo>
                    <a:pt x="0" y="1099988"/>
                  </a:moveTo>
                  <a:lnTo>
                    <a:pt x="1099988" y="0"/>
                  </a:lnTo>
                  <a:cubicBezTo>
                    <a:pt x="1084021" y="2172"/>
                    <a:pt x="1068084" y="4615"/>
                    <a:pt x="1052196" y="7387"/>
                  </a:cubicBezTo>
                  <a:lnTo>
                    <a:pt x="7387" y="1052196"/>
                  </a:lnTo>
                  <a:cubicBezTo>
                    <a:pt x="4615" y="1068084"/>
                    <a:pt x="2172" y="1084021"/>
                    <a:pt x="0" y="1099988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1"/>
            <p:cNvSpPr/>
            <p:nvPr/>
          </p:nvSpPr>
          <p:spPr>
            <a:xfrm>
              <a:off x="-7294486" y="9822154"/>
              <a:ext cx="895869" cy="895869"/>
            </a:xfrm>
            <a:custGeom>
              <a:rect b="b" l="l" r="r" t="t"/>
              <a:pathLst>
                <a:path extrusionOk="0" h="895869" w="895869">
                  <a:moveTo>
                    <a:pt x="0" y="895869"/>
                  </a:moveTo>
                  <a:lnTo>
                    <a:pt x="895869" y="0"/>
                  </a:lnTo>
                  <a:cubicBezTo>
                    <a:pt x="876481" y="5351"/>
                    <a:pt x="857193" y="11159"/>
                    <a:pt x="838026" y="17438"/>
                  </a:cubicBezTo>
                  <a:lnTo>
                    <a:pt x="17438" y="838026"/>
                  </a:lnTo>
                  <a:cubicBezTo>
                    <a:pt x="11159" y="857193"/>
                    <a:pt x="5358" y="876481"/>
                    <a:pt x="0" y="895869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-7213297" y="9903335"/>
              <a:ext cx="598796" cy="598796"/>
            </a:xfrm>
            <a:custGeom>
              <a:rect b="b" l="l" r="r" t="t"/>
              <a:pathLst>
                <a:path extrusionOk="0" h="598796" w="598796">
                  <a:moveTo>
                    <a:pt x="0" y="598796"/>
                  </a:moveTo>
                  <a:lnTo>
                    <a:pt x="598796" y="0"/>
                  </a:lnTo>
                  <a:cubicBezTo>
                    <a:pt x="569636" y="14080"/>
                    <a:pt x="540896" y="29325"/>
                    <a:pt x="512650" y="45741"/>
                  </a:cubicBezTo>
                  <a:lnTo>
                    <a:pt x="45734" y="512657"/>
                  </a:lnTo>
                  <a:cubicBezTo>
                    <a:pt x="29318" y="540903"/>
                    <a:pt x="14080" y="569636"/>
                    <a:pt x="0" y="598796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11"/>
          <p:cNvSpPr/>
          <p:nvPr/>
        </p:nvSpPr>
        <p:spPr>
          <a:xfrm>
            <a:off x="1540553" y="7291306"/>
            <a:ext cx="1258259" cy="2531315"/>
          </a:xfrm>
          <a:prstGeom prst="rect">
            <a:avLst/>
          </a:prstGeom>
          <a:solidFill>
            <a:srgbClr val="494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1547579" y="4138927"/>
            <a:ext cx="1245423" cy="1681283"/>
          </a:xfrm>
          <a:prstGeom prst="rect">
            <a:avLst/>
          </a:prstGeom>
          <a:solidFill>
            <a:srgbClr val="F694A0">
              <a:alpha val="819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1537828" y="2331071"/>
            <a:ext cx="1258259" cy="1808505"/>
          </a:xfrm>
          <a:prstGeom prst="rect">
            <a:avLst/>
          </a:prstGeom>
          <a:solidFill>
            <a:srgbClr val="F47D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1549412" y="5610673"/>
            <a:ext cx="1249995" cy="1710629"/>
          </a:xfrm>
          <a:prstGeom prst="rect">
            <a:avLst/>
          </a:prstGeom>
          <a:solidFill>
            <a:srgbClr val="4F61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 txBox="1"/>
          <p:nvPr/>
        </p:nvSpPr>
        <p:spPr>
          <a:xfrm>
            <a:off x="1117139" y="497465"/>
            <a:ext cx="1384187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Воронка идей</a:t>
            </a:r>
            <a:endParaRPr/>
          </a:p>
        </p:txBody>
      </p:sp>
      <p:pic>
        <p:nvPicPr>
          <p:cNvPr descr="Голова с шестеренками" id="434" name="Google Shape;4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6301552" y="503237"/>
            <a:ext cx="1060473" cy="106241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1"/>
          <p:cNvSpPr/>
          <p:nvPr/>
        </p:nvSpPr>
        <p:spPr>
          <a:xfrm>
            <a:off x="14258363" y="6396673"/>
            <a:ext cx="1664303" cy="2623142"/>
          </a:xfrm>
          <a:custGeom>
            <a:rect b="b" l="l" r="r" t="t"/>
            <a:pathLst>
              <a:path extrusionOk="0" h="1820280" w="1213520">
                <a:moveTo>
                  <a:pt x="0" y="0"/>
                </a:moveTo>
                <a:lnTo>
                  <a:pt x="1213520" y="0"/>
                </a:lnTo>
                <a:lnTo>
                  <a:pt x="1213520" y="1820280"/>
                </a:lnTo>
                <a:lnTo>
                  <a:pt x="0" y="1820280"/>
                </a:lnTo>
                <a:close/>
              </a:path>
            </a:pathLst>
          </a:custGeom>
          <a:solidFill>
            <a:srgbClr val="EF33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descr="График и заметка бумаги с карандашами" id="436" name="Google Shape;436;p11"/>
          <p:cNvGrpSpPr/>
          <p:nvPr/>
        </p:nvGrpSpPr>
        <p:grpSpPr>
          <a:xfrm>
            <a:off x="15169687" y="6262678"/>
            <a:ext cx="1664303" cy="2674148"/>
            <a:chOff x="9147575" y="3669213"/>
            <a:chExt cx="1213520" cy="1855674"/>
          </a:xfrm>
        </p:grpSpPr>
        <p:sp>
          <p:nvSpPr>
            <p:cNvPr id="437" name="Google Shape;437;p11"/>
            <p:cNvSpPr/>
            <p:nvPr/>
          </p:nvSpPr>
          <p:spPr>
            <a:xfrm>
              <a:off x="9157688" y="3704607"/>
              <a:ext cx="1203407" cy="1820280"/>
            </a:xfrm>
            <a:custGeom>
              <a:rect b="b" l="l" r="r" t="t"/>
              <a:pathLst>
                <a:path extrusionOk="0" h="1820280" w="1203407">
                  <a:moveTo>
                    <a:pt x="0" y="0"/>
                  </a:moveTo>
                  <a:lnTo>
                    <a:pt x="1203408" y="0"/>
                  </a:lnTo>
                  <a:lnTo>
                    <a:pt x="1203408" y="1820281"/>
                  </a:lnTo>
                  <a:lnTo>
                    <a:pt x="0" y="182028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9147575" y="3669213"/>
              <a:ext cx="1213520" cy="1820280"/>
            </a:xfrm>
            <a:custGeom>
              <a:rect b="b" l="l" r="r" t="t"/>
              <a:pathLst>
                <a:path extrusionOk="0" h="1820280" w="1213520">
                  <a:moveTo>
                    <a:pt x="0" y="0"/>
                  </a:moveTo>
                  <a:lnTo>
                    <a:pt x="1213521" y="0"/>
                  </a:lnTo>
                  <a:lnTo>
                    <a:pt x="1213521" y="1820281"/>
                  </a:lnTo>
                  <a:lnTo>
                    <a:pt x="0" y="182028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descr="График и заметка бумаги с карандашами" id="439" name="Google Shape;439;p11"/>
            <p:cNvGrpSpPr/>
            <p:nvPr/>
          </p:nvGrpSpPr>
          <p:grpSpPr>
            <a:xfrm>
              <a:off x="9248702" y="3970064"/>
              <a:ext cx="1011270" cy="1339929"/>
              <a:chOff x="9248702" y="3970064"/>
              <a:chExt cx="1011270" cy="1339929"/>
            </a:xfrm>
          </p:grpSpPr>
          <p:grpSp>
            <p:nvGrpSpPr>
              <p:cNvPr descr="График и заметка бумаги с карандашами" id="440" name="Google Shape;440;p11"/>
              <p:cNvGrpSpPr/>
              <p:nvPr/>
            </p:nvGrpSpPr>
            <p:grpSpPr>
              <a:xfrm>
                <a:off x="9248702" y="3970064"/>
                <a:ext cx="1011270" cy="429789"/>
                <a:chOff x="9248702" y="3970064"/>
                <a:chExt cx="1011270" cy="429789"/>
              </a:xfrm>
            </p:grpSpPr>
            <p:sp>
              <p:nvSpPr>
                <p:cNvPr id="441" name="Google Shape;441;p11"/>
                <p:cNvSpPr/>
                <p:nvPr/>
              </p:nvSpPr>
              <p:spPr>
                <a:xfrm>
                  <a:off x="9249442" y="3970064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11"/>
                <p:cNvSpPr/>
                <p:nvPr/>
              </p:nvSpPr>
              <p:spPr>
                <a:xfrm>
                  <a:off x="9248702" y="4030740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3" name="Google Shape;443;p11"/>
                <p:cNvSpPr/>
                <p:nvPr/>
              </p:nvSpPr>
              <p:spPr>
                <a:xfrm>
                  <a:off x="9249442" y="4091416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9248702" y="4152093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9249442" y="4212769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9248702" y="4273445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9249442" y="4334121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9248702" y="4394797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descr="График и заметка бумаги с карандашами" id="449" name="Google Shape;449;p11"/>
              <p:cNvGrpSpPr/>
              <p:nvPr/>
            </p:nvGrpSpPr>
            <p:grpSpPr>
              <a:xfrm>
                <a:off x="9248702" y="4455473"/>
                <a:ext cx="1011270" cy="429788"/>
                <a:chOff x="9248702" y="4455473"/>
                <a:chExt cx="1011270" cy="429788"/>
              </a:xfrm>
            </p:grpSpPr>
            <p:sp>
              <p:nvSpPr>
                <p:cNvPr id="450" name="Google Shape;450;p11"/>
                <p:cNvSpPr/>
                <p:nvPr/>
              </p:nvSpPr>
              <p:spPr>
                <a:xfrm>
                  <a:off x="9249442" y="4455473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1"/>
                <p:cNvSpPr/>
                <p:nvPr/>
              </p:nvSpPr>
              <p:spPr>
                <a:xfrm>
                  <a:off x="9248702" y="4516149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1"/>
                <p:cNvSpPr/>
                <p:nvPr/>
              </p:nvSpPr>
              <p:spPr>
                <a:xfrm>
                  <a:off x="9249442" y="4576825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1"/>
                <p:cNvSpPr/>
                <p:nvPr/>
              </p:nvSpPr>
              <p:spPr>
                <a:xfrm>
                  <a:off x="9248702" y="4637501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1"/>
                <p:cNvSpPr/>
                <p:nvPr/>
              </p:nvSpPr>
              <p:spPr>
                <a:xfrm>
                  <a:off x="9249442" y="4698177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1"/>
                <p:cNvSpPr/>
                <p:nvPr/>
              </p:nvSpPr>
              <p:spPr>
                <a:xfrm>
                  <a:off x="9248702" y="4758853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1"/>
                <p:cNvSpPr/>
                <p:nvPr/>
              </p:nvSpPr>
              <p:spPr>
                <a:xfrm>
                  <a:off x="9249442" y="4819529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1"/>
                <p:cNvSpPr/>
                <p:nvPr/>
              </p:nvSpPr>
              <p:spPr>
                <a:xfrm>
                  <a:off x="9248702" y="4880205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descr="График и заметка бумаги с карандашами" id="458" name="Google Shape;458;p11"/>
              <p:cNvGrpSpPr/>
              <p:nvPr/>
            </p:nvGrpSpPr>
            <p:grpSpPr>
              <a:xfrm>
                <a:off x="9248702" y="4940881"/>
                <a:ext cx="1011270" cy="369112"/>
                <a:chOff x="9248702" y="4940881"/>
                <a:chExt cx="1011270" cy="369112"/>
              </a:xfrm>
            </p:grpSpPr>
            <p:sp>
              <p:nvSpPr>
                <p:cNvPr id="459" name="Google Shape;459;p11"/>
                <p:cNvSpPr/>
                <p:nvPr/>
              </p:nvSpPr>
              <p:spPr>
                <a:xfrm>
                  <a:off x="9249442" y="4940881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1"/>
                <p:cNvSpPr/>
                <p:nvPr/>
              </p:nvSpPr>
              <p:spPr>
                <a:xfrm>
                  <a:off x="9248702" y="5001557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1"/>
                <p:cNvSpPr/>
                <p:nvPr/>
              </p:nvSpPr>
              <p:spPr>
                <a:xfrm>
                  <a:off x="9249442" y="5062233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1"/>
                <p:cNvSpPr/>
                <p:nvPr/>
              </p:nvSpPr>
              <p:spPr>
                <a:xfrm>
                  <a:off x="9248702" y="5122909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1"/>
                <p:cNvSpPr/>
                <p:nvPr/>
              </p:nvSpPr>
              <p:spPr>
                <a:xfrm>
                  <a:off x="9249442" y="5183585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11"/>
                <p:cNvSpPr/>
                <p:nvPr/>
              </p:nvSpPr>
              <p:spPr>
                <a:xfrm>
                  <a:off x="9248702" y="5244261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11"/>
                <p:cNvSpPr/>
                <p:nvPr/>
              </p:nvSpPr>
              <p:spPr>
                <a:xfrm>
                  <a:off x="9249442" y="5304937"/>
                  <a:ext cx="1010530" cy="5056"/>
                </a:xfrm>
                <a:custGeom>
                  <a:rect b="b" l="l" r="r" t="t"/>
                  <a:pathLst>
                    <a:path extrusionOk="0" h="5056" w="1010530">
                      <a:moveTo>
                        <a:pt x="0" y="0"/>
                      </a:moveTo>
                      <a:lnTo>
                        <a:pt x="1010531" y="0"/>
                      </a:lnTo>
                      <a:lnTo>
                        <a:pt x="1010531" y="5056"/>
                      </a:lnTo>
                      <a:lnTo>
                        <a:pt x="0" y="5056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66" name="Google Shape;466;p11"/>
            <p:cNvSpPr/>
            <p:nvPr/>
          </p:nvSpPr>
          <p:spPr>
            <a:xfrm>
              <a:off x="9147575" y="3669213"/>
              <a:ext cx="1213520" cy="121352"/>
            </a:xfrm>
            <a:custGeom>
              <a:rect b="b" l="l" r="r" t="t"/>
              <a:pathLst>
                <a:path extrusionOk="0" h="121352" w="1213520">
                  <a:moveTo>
                    <a:pt x="0" y="0"/>
                  </a:moveTo>
                  <a:lnTo>
                    <a:pt x="1213521" y="0"/>
                  </a:lnTo>
                  <a:lnTo>
                    <a:pt x="1213521" y="121352"/>
                  </a:lnTo>
                  <a:lnTo>
                    <a:pt x="0" y="121352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1"/>
            <p:cNvSpPr/>
            <p:nvPr/>
          </p:nvSpPr>
          <p:spPr>
            <a:xfrm>
              <a:off x="9299265" y="3699627"/>
              <a:ext cx="60676" cy="60676"/>
            </a:xfrm>
            <a:custGeom>
              <a:rect b="b" l="l" r="r" t="t"/>
              <a:pathLst>
                <a:path extrusionOk="0" h="60676" w="60676">
                  <a:moveTo>
                    <a:pt x="60676" y="30338"/>
                  </a:moveTo>
                  <a:cubicBezTo>
                    <a:pt x="60676" y="47093"/>
                    <a:pt x="47093" y="60676"/>
                    <a:pt x="30338" y="60676"/>
                  </a:cubicBezTo>
                  <a:cubicBezTo>
                    <a:pt x="13583" y="60676"/>
                    <a:pt x="0" y="47093"/>
                    <a:pt x="0" y="30338"/>
                  </a:cubicBezTo>
                  <a:cubicBezTo>
                    <a:pt x="0" y="13583"/>
                    <a:pt x="13583" y="0"/>
                    <a:pt x="30338" y="0"/>
                  </a:cubicBezTo>
                  <a:cubicBezTo>
                    <a:pt x="47093" y="0"/>
                    <a:pt x="60676" y="13583"/>
                    <a:pt x="60676" y="30338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1"/>
            <p:cNvSpPr/>
            <p:nvPr/>
          </p:nvSpPr>
          <p:spPr>
            <a:xfrm>
              <a:off x="10148729" y="3699627"/>
              <a:ext cx="60676" cy="60676"/>
            </a:xfrm>
            <a:custGeom>
              <a:rect b="b" l="l" r="r" t="t"/>
              <a:pathLst>
                <a:path extrusionOk="0" h="60676" w="60676">
                  <a:moveTo>
                    <a:pt x="60676" y="30338"/>
                  </a:moveTo>
                  <a:cubicBezTo>
                    <a:pt x="60676" y="47093"/>
                    <a:pt x="47093" y="60676"/>
                    <a:pt x="30338" y="60676"/>
                  </a:cubicBezTo>
                  <a:cubicBezTo>
                    <a:pt x="13583" y="60676"/>
                    <a:pt x="0" y="47093"/>
                    <a:pt x="0" y="30338"/>
                  </a:cubicBezTo>
                  <a:cubicBezTo>
                    <a:pt x="0" y="13583"/>
                    <a:pt x="13583" y="0"/>
                    <a:pt x="30338" y="0"/>
                  </a:cubicBezTo>
                  <a:cubicBezTo>
                    <a:pt x="47093" y="0"/>
                    <a:pt x="60676" y="13583"/>
                    <a:pt x="60676" y="30338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descr="График и заметка бумаги с карандашами" id="469" name="Google Shape;469;p11"/>
          <p:cNvGrpSpPr/>
          <p:nvPr/>
        </p:nvGrpSpPr>
        <p:grpSpPr>
          <a:xfrm>
            <a:off x="15620970" y="6713952"/>
            <a:ext cx="1802886" cy="2706132"/>
            <a:chOff x="9448427" y="3970064"/>
            <a:chExt cx="1314568" cy="1877870"/>
          </a:xfrm>
        </p:grpSpPr>
        <p:sp>
          <p:nvSpPr>
            <p:cNvPr id="470" name="Google Shape;470;p11"/>
            <p:cNvSpPr/>
            <p:nvPr/>
          </p:nvSpPr>
          <p:spPr>
            <a:xfrm>
              <a:off x="9461068" y="4007987"/>
              <a:ext cx="1301927" cy="1839947"/>
            </a:xfrm>
            <a:custGeom>
              <a:rect b="b" l="l" r="r" t="t"/>
              <a:pathLst>
                <a:path extrusionOk="0" h="1820280" w="1203407">
                  <a:moveTo>
                    <a:pt x="0" y="0"/>
                  </a:moveTo>
                  <a:lnTo>
                    <a:pt x="1203408" y="0"/>
                  </a:lnTo>
                  <a:lnTo>
                    <a:pt x="1203408" y="1820281"/>
                  </a:lnTo>
                  <a:lnTo>
                    <a:pt x="0" y="182028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1"/>
            <p:cNvSpPr/>
            <p:nvPr/>
          </p:nvSpPr>
          <p:spPr>
            <a:xfrm>
              <a:off x="9450955" y="3972593"/>
              <a:ext cx="1213520" cy="1820280"/>
            </a:xfrm>
            <a:custGeom>
              <a:rect b="b" l="l" r="r" t="t"/>
              <a:pathLst>
                <a:path extrusionOk="0" h="1820280" w="1213520">
                  <a:moveTo>
                    <a:pt x="0" y="0"/>
                  </a:moveTo>
                  <a:lnTo>
                    <a:pt x="1213521" y="0"/>
                  </a:lnTo>
                  <a:lnTo>
                    <a:pt x="1213521" y="1820281"/>
                  </a:lnTo>
                  <a:lnTo>
                    <a:pt x="0" y="1820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1"/>
            <p:cNvSpPr/>
            <p:nvPr/>
          </p:nvSpPr>
          <p:spPr>
            <a:xfrm>
              <a:off x="9448427" y="3970064"/>
              <a:ext cx="1218576" cy="1825336"/>
            </a:xfrm>
            <a:custGeom>
              <a:rect b="b" l="l" r="r" t="t"/>
              <a:pathLst>
                <a:path extrusionOk="0" h="1825336" w="1218576">
                  <a:moveTo>
                    <a:pt x="1218577" y="1825337"/>
                  </a:moveTo>
                  <a:lnTo>
                    <a:pt x="0" y="1825337"/>
                  </a:lnTo>
                  <a:lnTo>
                    <a:pt x="0" y="0"/>
                  </a:lnTo>
                  <a:lnTo>
                    <a:pt x="1218577" y="0"/>
                  </a:lnTo>
                  <a:lnTo>
                    <a:pt x="1218577" y="1825337"/>
                  </a:lnTo>
                  <a:close/>
                  <a:moveTo>
                    <a:pt x="5056" y="1820281"/>
                  </a:moveTo>
                  <a:lnTo>
                    <a:pt x="1213520" y="1820281"/>
                  </a:lnTo>
                  <a:lnTo>
                    <a:pt x="1213520" y="5056"/>
                  </a:lnTo>
                  <a:lnTo>
                    <a:pt x="5056" y="5056"/>
                  </a:lnTo>
                  <a:lnTo>
                    <a:pt x="5056" y="182028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1"/>
            <p:cNvSpPr/>
            <p:nvPr/>
          </p:nvSpPr>
          <p:spPr>
            <a:xfrm>
              <a:off x="9549554" y="4273445"/>
              <a:ext cx="1036548" cy="1339928"/>
            </a:xfrm>
            <a:custGeom>
              <a:rect b="b" l="l" r="r" t="t"/>
              <a:pathLst>
                <a:path extrusionOk="0" h="1339928" w="1036548">
                  <a:moveTo>
                    <a:pt x="0" y="0"/>
                  </a:moveTo>
                  <a:lnTo>
                    <a:pt x="0" y="1339929"/>
                  </a:lnTo>
                  <a:lnTo>
                    <a:pt x="1036549" y="1339929"/>
                  </a:lnTo>
                  <a:lnTo>
                    <a:pt x="1036549" y="0"/>
                  </a:lnTo>
                  <a:lnTo>
                    <a:pt x="0" y="0"/>
                  </a:lnTo>
                  <a:close/>
                  <a:moveTo>
                    <a:pt x="491205" y="849464"/>
                  </a:moveTo>
                  <a:lnTo>
                    <a:pt x="491205" y="793845"/>
                  </a:lnTo>
                  <a:lnTo>
                    <a:pt x="546824" y="793845"/>
                  </a:lnTo>
                  <a:lnTo>
                    <a:pt x="546824" y="849464"/>
                  </a:lnTo>
                  <a:lnTo>
                    <a:pt x="491205" y="849464"/>
                  </a:lnTo>
                  <a:close/>
                  <a:moveTo>
                    <a:pt x="546824" y="854521"/>
                  </a:moveTo>
                  <a:lnTo>
                    <a:pt x="546824" y="910140"/>
                  </a:lnTo>
                  <a:lnTo>
                    <a:pt x="491205" y="910140"/>
                  </a:lnTo>
                  <a:lnTo>
                    <a:pt x="491205" y="854521"/>
                  </a:lnTo>
                  <a:lnTo>
                    <a:pt x="546824" y="854521"/>
                  </a:lnTo>
                  <a:close/>
                  <a:moveTo>
                    <a:pt x="546824" y="490464"/>
                  </a:moveTo>
                  <a:lnTo>
                    <a:pt x="546824" y="546084"/>
                  </a:lnTo>
                  <a:lnTo>
                    <a:pt x="491205" y="546084"/>
                  </a:lnTo>
                  <a:lnTo>
                    <a:pt x="491205" y="490464"/>
                  </a:lnTo>
                  <a:lnTo>
                    <a:pt x="546824" y="490464"/>
                  </a:lnTo>
                  <a:close/>
                  <a:moveTo>
                    <a:pt x="491205" y="485408"/>
                  </a:moveTo>
                  <a:lnTo>
                    <a:pt x="491205" y="429788"/>
                  </a:lnTo>
                  <a:lnTo>
                    <a:pt x="546824" y="429788"/>
                  </a:lnTo>
                  <a:lnTo>
                    <a:pt x="546824" y="485408"/>
                  </a:lnTo>
                  <a:lnTo>
                    <a:pt x="491205" y="485408"/>
                  </a:lnTo>
                  <a:close/>
                  <a:moveTo>
                    <a:pt x="491205" y="728112"/>
                  </a:moveTo>
                  <a:lnTo>
                    <a:pt x="491205" y="672493"/>
                  </a:lnTo>
                  <a:lnTo>
                    <a:pt x="546824" y="672493"/>
                  </a:lnTo>
                  <a:lnTo>
                    <a:pt x="546824" y="728112"/>
                  </a:lnTo>
                  <a:lnTo>
                    <a:pt x="491205" y="728112"/>
                  </a:lnTo>
                  <a:close/>
                  <a:moveTo>
                    <a:pt x="546824" y="733169"/>
                  </a:moveTo>
                  <a:lnTo>
                    <a:pt x="546824" y="788788"/>
                  </a:lnTo>
                  <a:lnTo>
                    <a:pt x="491205" y="788788"/>
                  </a:lnTo>
                  <a:lnTo>
                    <a:pt x="491205" y="733169"/>
                  </a:lnTo>
                  <a:lnTo>
                    <a:pt x="546824" y="733169"/>
                  </a:lnTo>
                  <a:close/>
                  <a:moveTo>
                    <a:pt x="491205" y="667436"/>
                  </a:moveTo>
                  <a:lnTo>
                    <a:pt x="491205" y="611817"/>
                  </a:lnTo>
                  <a:lnTo>
                    <a:pt x="546824" y="611817"/>
                  </a:lnTo>
                  <a:lnTo>
                    <a:pt x="546824" y="667436"/>
                  </a:lnTo>
                  <a:lnTo>
                    <a:pt x="491205" y="667436"/>
                  </a:lnTo>
                  <a:close/>
                  <a:moveTo>
                    <a:pt x="491205" y="606760"/>
                  </a:moveTo>
                  <a:lnTo>
                    <a:pt x="491205" y="551141"/>
                  </a:lnTo>
                  <a:lnTo>
                    <a:pt x="546824" y="551141"/>
                  </a:lnTo>
                  <a:lnTo>
                    <a:pt x="546824" y="606760"/>
                  </a:lnTo>
                  <a:lnTo>
                    <a:pt x="491205" y="606760"/>
                  </a:lnTo>
                  <a:close/>
                  <a:moveTo>
                    <a:pt x="486148" y="546084"/>
                  </a:moveTo>
                  <a:lnTo>
                    <a:pt x="430529" y="546084"/>
                  </a:lnTo>
                  <a:lnTo>
                    <a:pt x="430529" y="490464"/>
                  </a:lnTo>
                  <a:lnTo>
                    <a:pt x="486148" y="490464"/>
                  </a:lnTo>
                  <a:lnTo>
                    <a:pt x="486148" y="546084"/>
                  </a:lnTo>
                  <a:close/>
                  <a:moveTo>
                    <a:pt x="486148" y="551141"/>
                  </a:moveTo>
                  <a:lnTo>
                    <a:pt x="486148" y="606760"/>
                  </a:lnTo>
                  <a:lnTo>
                    <a:pt x="430529" y="606760"/>
                  </a:lnTo>
                  <a:lnTo>
                    <a:pt x="430529" y="551141"/>
                  </a:lnTo>
                  <a:lnTo>
                    <a:pt x="486148" y="551141"/>
                  </a:lnTo>
                  <a:close/>
                  <a:moveTo>
                    <a:pt x="486148" y="611817"/>
                  </a:moveTo>
                  <a:lnTo>
                    <a:pt x="486148" y="667436"/>
                  </a:lnTo>
                  <a:lnTo>
                    <a:pt x="430529" y="667436"/>
                  </a:lnTo>
                  <a:lnTo>
                    <a:pt x="430529" y="611817"/>
                  </a:lnTo>
                  <a:lnTo>
                    <a:pt x="486148" y="611817"/>
                  </a:lnTo>
                  <a:close/>
                  <a:moveTo>
                    <a:pt x="486148" y="672493"/>
                  </a:moveTo>
                  <a:lnTo>
                    <a:pt x="486148" y="728112"/>
                  </a:lnTo>
                  <a:lnTo>
                    <a:pt x="430529" y="728112"/>
                  </a:lnTo>
                  <a:lnTo>
                    <a:pt x="430529" y="672493"/>
                  </a:lnTo>
                  <a:lnTo>
                    <a:pt x="486148" y="672493"/>
                  </a:lnTo>
                  <a:close/>
                  <a:moveTo>
                    <a:pt x="486148" y="733169"/>
                  </a:moveTo>
                  <a:lnTo>
                    <a:pt x="486148" y="788788"/>
                  </a:lnTo>
                  <a:lnTo>
                    <a:pt x="430529" y="788788"/>
                  </a:lnTo>
                  <a:lnTo>
                    <a:pt x="430529" y="733169"/>
                  </a:lnTo>
                  <a:lnTo>
                    <a:pt x="486148" y="733169"/>
                  </a:lnTo>
                  <a:close/>
                  <a:moveTo>
                    <a:pt x="486148" y="793845"/>
                  </a:moveTo>
                  <a:lnTo>
                    <a:pt x="486148" y="849464"/>
                  </a:lnTo>
                  <a:lnTo>
                    <a:pt x="430529" y="849464"/>
                  </a:lnTo>
                  <a:lnTo>
                    <a:pt x="430529" y="793845"/>
                  </a:lnTo>
                  <a:lnTo>
                    <a:pt x="486148" y="793845"/>
                  </a:lnTo>
                  <a:close/>
                  <a:moveTo>
                    <a:pt x="551881" y="793845"/>
                  </a:moveTo>
                  <a:lnTo>
                    <a:pt x="607500" y="793845"/>
                  </a:lnTo>
                  <a:lnTo>
                    <a:pt x="607500" y="849464"/>
                  </a:lnTo>
                  <a:lnTo>
                    <a:pt x="551881" y="849464"/>
                  </a:lnTo>
                  <a:lnTo>
                    <a:pt x="551881" y="793845"/>
                  </a:lnTo>
                  <a:close/>
                  <a:moveTo>
                    <a:pt x="551881" y="788788"/>
                  </a:moveTo>
                  <a:lnTo>
                    <a:pt x="551881" y="733169"/>
                  </a:lnTo>
                  <a:lnTo>
                    <a:pt x="607500" y="733169"/>
                  </a:lnTo>
                  <a:lnTo>
                    <a:pt x="607500" y="788788"/>
                  </a:lnTo>
                  <a:lnTo>
                    <a:pt x="551881" y="788788"/>
                  </a:lnTo>
                  <a:close/>
                  <a:moveTo>
                    <a:pt x="551881" y="728112"/>
                  </a:moveTo>
                  <a:lnTo>
                    <a:pt x="551881" y="672493"/>
                  </a:lnTo>
                  <a:lnTo>
                    <a:pt x="607500" y="672493"/>
                  </a:lnTo>
                  <a:lnTo>
                    <a:pt x="607500" y="728112"/>
                  </a:lnTo>
                  <a:lnTo>
                    <a:pt x="551881" y="728112"/>
                  </a:lnTo>
                  <a:close/>
                  <a:moveTo>
                    <a:pt x="551881" y="667436"/>
                  </a:moveTo>
                  <a:lnTo>
                    <a:pt x="551881" y="611817"/>
                  </a:lnTo>
                  <a:lnTo>
                    <a:pt x="607500" y="611817"/>
                  </a:lnTo>
                  <a:lnTo>
                    <a:pt x="607500" y="667436"/>
                  </a:lnTo>
                  <a:lnTo>
                    <a:pt x="551881" y="667436"/>
                  </a:lnTo>
                  <a:close/>
                  <a:moveTo>
                    <a:pt x="551881" y="606760"/>
                  </a:moveTo>
                  <a:lnTo>
                    <a:pt x="551881" y="551141"/>
                  </a:lnTo>
                  <a:lnTo>
                    <a:pt x="607500" y="551141"/>
                  </a:lnTo>
                  <a:lnTo>
                    <a:pt x="607500" y="606760"/>
                  </a:lnTo>
                  <a:lnTo>
                    <a:pt x="551881" y="606760"/>
                  </a:lnTo>
                  <a:close/>
                  <a:moveTo>
                    <a:pt x="551881" y="546084"/>
                  </a:moveTo>
                  <a:lnTo>
                    <a:pt x="551881" y="490464"/>
                  </a:lnTo>
                  <a:lnTo>
                    <a:pt x="607500" y="490464"/>
                  </a:lnTo>
                  <a:lnTo>
                    <a:pt x="607500" y="546084"/>
                  </a:lnTo>
                  <a:lnTo>
                    <a:pt x="551881" y="546084"/>
                  </a:lnTo>
                  <a:close/>
                  <a:moveTo>
                    <a:pt x="551881" y="485408"/>
                  </a:moveTo>
                  <a:lnTo>
                    <a:pt x="551881" y="429788"/>
                  </a:lnTo>
                  <a:lnTo>
                    <a:pt x="607500" y="429788"/>
                  </a:lnTo>
                  <a:lnTo>
                    <a:pt x="607500" y="485408"/>
                  </a:lnTo>
                  <a:lnTo>
                    <a:pt x="551881" y="485408"/>
                  </a:lnTo>
                  <a:close/>
                  <a:moveTo>
                    <a:pt x="551881" y="424732"/>
                  </a:moveTo>
                  <a:lnTo>
                    <a:pt x="551881" y="369112"/>
                  </a:lnTo>
                  <a:lnTo>
                    <a:pt x="607500" y="369112"/>
                  </a:lnTo>
                  <a:lnTo>
                    <a:pt x="607500" y="424732"/>
                  </a:lnTo>
                  <a:lnTo>
                    <a:pt x="551881" y="424732"/>
                  </a:lnTo>
                  <a:close/>
                  <a:moveTo>
                    <a:pt x="546824" y="424732"/>
                  </a:moveTo>
                  <a:lnTo>
                    <a:pt x="491205" y="424732"/>
                  </a:lnTo>
                  <a:lnTo>
                    <a:pt x="491205" y="369112"/>
                  </a:lnTo>
                  <a:lnTo>
                    <a:pt x="546824" y="369112"/>
                  </a:lnTo>
                  <a:lnTo>
                    <a:pt x="546824" y="424732"/>
                  </a:lnTo>
                  <a:close/>
                  <a:moveTo>
                    <a:pt x="486148" y="424732"/>
                  </a:moveTo>
                  <a:lnTo>
                    <a:pt x="430529" y="424732"/>
                  </a:lnTo>
                  <a:lnTo>
                    <a:pt x="430529" y="369112"/>
                  </a:lnTo>
                  <a:lnTo>
                    <a:pt x="486148" y="369112"/>
                  </a:lnTo>
                  <a:lnTo>
                    <a:pt x="486148" y="424732"/>
                  </a:lnTo>
                  <a:close/>
                  <a:moveTo>
                    <a:pt x="486148" y="429788"/>
                  </a:moveTo>
                  <a:lnTo>
                    <a:pt x="486148" y="485408"/>
                  </a:lnTo>
                  <a:lnTo>
                    <a:pt x="430529" y="485408"/>
                  </a:lnTo>
                  <a:lnTo>
                    <a:pt x="430529" y="429788"/>
                  </a:lnTo>
                  <a:lnTo>
                    <a:pt x="486148" y="429788"/>
                  </a:lnTo>
                  <a:close/>
                  <a:moveTo>
                    <a:pt x="425472" y="485408"/>
                  </a:moveTo>
                  <a:lnTo>
                    <a:pt x="369853" y="485408"/>
                  </a:lnTo>
                  <a:lnTo>
                    <a:pt x="369853" y="429788"/>
                  </a:lnTo>
                  <a:lnTo>
                    <a:pt x="425472" y="429788"/>
                  </a:lnTo>
                  <a:lnTo>
                    <a:pt x="425472" y="485408"/>
                  </a:lnTo>
                  <a:close/>
                  <a:moveTo>
                    <a:pt x="425472" y="490464"/>
                  </a:moveTo>
                  <a:lnTo>
                    <a:pt x="425472" y="546084"/>
                  </a:lnTo>
                  <a:lnTo>
                    <a:pt x="369853" y="546084"/>
                  </a:lnTo>
                  <a:lnTo>
                    <a:pt x="369853" y="490464"/>
                  </a:lnTo>
                  <a:lnTo>
                    <a:pt x="425472" y="490464"/>
                  </a:lnTo>
                  <a:close/>
                  <a:moveTo>
                    <a:pt x="425472" y="551141"/>
                  </a:moveTo>
                  <a:lnTo>
                    <a:pt x="425472" y="606760"/>
                  </a:lnTo>
                  <a:lnTo>
                    <a:pt x="369853" y="606760"/>
                  </a:lnTo>
                  <a:lnTo>
                    <a:pt x="369853" y="551141"/>
                  </a:lnTo>
                  <a:lnTo>
                    <a:pt x="425472" y="551141"/>
                  </a:lnTo>
                  <a:close/>
                  <a:moveTo>
                    <a:pt x="425472" y="611817"/>
                  </a:moveTo>
                  <a:lnTo>
                    <a:pt x="425472" y="667436"/>
                  </a:lnTo>
                  <a:lnTo>
                    <a:pt x="369853" y="667436"/>
                  </a:lnTo>
                  <a:lnTo>
                    <a:pt x="369853" y="611817"/>
                  </a:lnTo>
                  <a:lnTo>
                    <a:pt x="425472" y="611817"/>
                  </a:lnTo>
                  <a:close/>
                  <a:moveTo>
                    <a:pt x="425472" y="672493"/>
                  </a:moveTo>
                  <a:lnTo>
                    <a:pt x="425472" y="728112"/>
                  </a:lnTo>
                  <a:lnTo>
                    <a:pt x="369853" y="728112"/>
                  </a:lnTo>
                  <a:lnTo>
                    <a:pt x="369853" y="672493"/>
                  </a:lnTo>
                  <a:lnTo>
                    <a:pt x="425472" y="672493"/>
                  </a:lnTo>
                  <a:close/>
                  <a:moveTo>
                    <a:pt x="425472" y="733169"/>
                  </a:moveTo>
                  <a:lnTo>
                    <a:pt x="425472" y="788788"/>
                  </a:lnTo>
                  <a:lnTo>
                    <a:pt x="369853" y="788788"/>
                  </a:lnTo>
                  <a:lnTo>
                    <a:pt x="369853" y="733169"/>
                  </a:lnTo>
                  <a:lnTo>
                    <a:pt x="425472" y="733169"/>
                  </a:lnTo>
                  <a:close/>
                  <a:moveTo>
                    <a:pt x="425472" y="793845"/>
                  </a:moveTo>
                  <a:lnTo>
                    <a:pt x="425472" y="849464"/>
                  </a:lnTo>
                  <a:lnTo>
                    <a:pt x="369853" y="849464"/>
                  </a:lnTo>
                  <a:lnTo>
                    <a:pt x="369853" y="793845"/>
                  </a:lnTo>
                  <a:lnTo>
                    <a:pt x="425472" y="793845"/>
                  </a:lnTo>
                  <a:close/>
                  <a:moveTo>
                    <a:pt x="425472" y="854521"/>
                  </a:moveTo>
                  <a:lnTo>
                    <a:pt x="425472" y="910140"/>
                  </a:lnTo>
                  <a:lnTo>
                    <a:pt x="369853" y="910140"/>
                  </a:lnTo>
                  <a:lnTo>
                    <a:pt x="369853" y="854521"/>
                  </a:lnTo>
                  <a:lnTo>
                    <a:pt x="425472" y="854521"/>
                  </a:lnTo>
                  <a:close/>
                  <a:moveTo>
                    <a:pt x="430529" y="854521"/>
                  </a:moveTo>
                  <a:lnTo>
                    <a:pt x="486148" y="854521"/>
                  </a:lnTo>
                  <a:lnTo>
                    <a:pt x="486148" y="910140"/>
                  </a:lnTo>
                  <a:lnTo>
                    <a:pt x="430529" y="910140"/>
                  </a:lnTo>
                  <a:lnTo>
                    <a:pt x="430529" y="854521"/>
                  </a:lnTo>
                  <a:close/>
                  <a:moveTo>
                    <a:pt x="486148" y="915197"/>
                  </a:moveTo>
                  <a:lnTo>
                    <a:pt x="486148" y="970816"/>
                  </a:lnTo>
                  <a:lnTo>
                    <a:pt x="430529" y="970816"/>
                  </a:lnTo>
                  <a:lnTo>
                    <a:pt x="430529" y="915197"/>
                  </a:lnTo>
                  <a:lnTo>
                    <a:pt x="486148" y="915197"/>
                  </a:lnTo>
                  <a:close/>
                  <a:moveTo>
                    <a:pt x="491205" y="915197"/>
                  </a:moveTo>
                  <a:lnTo>
                    <a:pt x="546824" y="915197"/>
                  </a:lnTo>
                  <a:lnTo>
                    <a:pt x="546824" y="970816"/>
                  </a:lnTo>
                  <a:lnTo>
                    <a:pt x="491205" y="970816"/>
                  </a:lnTo>
                  <a:lnTo>
                    <a:pt x="491205" y="915197"/>
                  </a:lnTo>
                  <a:close/>
                  <a:moveTo>
                    <a:pt x="551881" y="915197"/>
                  </a:moveTo>
                  <a:lnTo>
                    <a:pt x="607500" y="915197"/>
                  </a:lnTo>
                  <a:lnTo>
                    <a:pt x="607500" y="970816"/>
                  </a:lnTo>
                  <a:lnTo>
                    <a:pt x="551881" y="970816"/>
                  </a:lnTo>
                  <a:lnTo>
                    <a:pt x="551881" y="915197"/>
                  </a:lnTo>
                  <a:close/>
                  <a:moveTo>
                    <a:pt x="551881" y="910140"/>
                  </a:moveTo>
                  <a:lnTo>
                    <a:pt x="551881" y="854521"/>
                  </a:lnTo>
                  <a:lnTo>
                    <a:pt x="607500" y="854521"/>
                  </a:lnTo>
                  <a:lnTo>
                    <a:pt x="607500" y="910140"/>
                  </a:lnTo>
                  <a:lnTo>
                    <a:pt x="551881" y="910140"/>
                  </a:lnTo>
                  <a:close/>
                  <a:moveTo>
                    <a:pt x="612557" y="854521"/>
                  </a:moveTo>
                  <a:lnTo>
                    <a:pt x="668177" y="854521"/>
                  </a:lnTo>
                  <a:lnTo>
                    <a:pt x="668177" y="910140"/>
                  </a:lnTo>
                  <a:lnTo>
                    <a:pt x="612557" y="910140"/>
                  </a:lnTo>
                  <a:lnTo>
                    <a:pt x="612557" y="854521"/>
                  </a:lnTo>
                  <a:close/>
                  <a:moveTo>
                    <a:pt x="612557" y="849464"/>
                  </a:moveTo>
                  <a:lnTo>
                    <a:pt x="612557" y="793845"/>
                  </a:lnTo>
                  <a:lnTo>
                    <a:pt x="668177" y="793845"/>
                  </a:lnTo>
                  <a:lnTo>
                    <a:pt x="668177" y="849464"/>
                  </a:lnTo>
                  <a:lnTo>
                    <a:pt x="612557" y="849464"/>
                  </a:lnTo>
                  <a:close/>
                  <a:moveTo>
                    <a:pt x="612557" y="788788"/>
                  </a:moveTo>
                  <a:lnTo>
                    <a:pt x="612557" y="733169"/>
                  </a:lnTo>
                  <a:lnTo>
                    <a:pt x="668177" y="733169"/>
                  </a:lnTo>
                  <a:lnTo>
                    <a:pt x="668177" y="788788"/>
                  </a:lnTo>
                  <a:lnTo>
                    <a:pt x="612557" y="788788"/>
                  </a:lnTo>
                  <a:close/>
                  <a:moveTo>
                    <a:pt x="612557" y="728112"/>
                  </a:moveTo>
                  <a:lnTo>
                    <a:pt x="612557" y="672493"/>
                  </a:lnTo>
                  <a:lnTo>
                    <a:pt x="668177" y="672493"/>
                  </a:lnTo>
                  <a:lnTo>
                    <a:pt x="668177" y="728112"/>
                  </a:lnTo>
                  <a:lnTo>
                    <a:pt x="612557" y="728112"/>
                  </a:lnTo>
                  <a:close/>
                  <a:moveTo>
                    <a:pt x="612557" y="667436"/>
                  </a:moveTo>
                  <a:lnTo>
                    <a:pt x="612557" y="611817"/>
                  </a:lnTo>
                  <a:lnTo>
                    <a:pt x="668177" y="611817"/>
                  </a:lnTo>
                  <a:lnTo>
                    <a:pt x="668177" y="667436"/>
                  </a:lnTo>
                  <a:lnTo>
                    <a:pt x="612557" y="667436"/>
                  </a:lnTo>
                  <a:close/>
                  <a:moveTo>
                    <a:pt x="612557" y="606760"/>
                  </a:moveTo>
                  <a:lnTo>
                    <a:pt x="612557" y="551141"/>
                  </a:lnTo>
                  <a:lnTo>
                    <a:pt x="668177" y="551141"/>
                  </a:lnTo>
                  <a:lnTo>
                    <a:pt x="668177" y="606760"/>
                  </a:lnTo>
                  <a:lnTo>
                    <a:pt x="612557" y="606760"/>
                  </a:lnTo>
                  <a:close/>
                  <a:moveTo>
                    <a:pt x="612557" y="546084"/>
                  </a:moveTo>
                  <a:lnTo>
                    <a:pt x="612557" y="490464"/>
                  </a:lnTo>
                  <a:lnTo>
                    <a:pt x="668177" y="490464"/>
                  </a:lnTo>
                  <a:lnTo>
                    <a:pt x="668177" y="546084"/>
                  </a:lnTo>
                  <a:lnTo>
                    <a:pt x="612557" y="546084"/>
                  </a:lnTo>
                  <a:close/>
                  <a:moveTo>
                    <a:pt x="612557" y="485408"/>
                  </a:moveTo>
                  <a:lnTo>
                    <a:pt x="612557" y="429788"/>
                  </a:lnTo>
                  <a:lnTo>
                    <a:pt x="668177" y="429788"/>
                  </a:lnTo>
                  <a:lnTo>
                    <a:pt x="668177" y="485408"/>
                  </a:lnTo>
                  <a:lnTo>
                    <a:pt x="612557" y="485408"/>
                  </a:lnTo>
                  <a:close/>
                  <a:moveTo>
                    <a:pt x="612557" y="424732"/>
                  </a:moveTo>
                  <a:lnTo>
                    <a:pt x="612557" y="369112"/>
                  </a:lnTo>
                  <a:lnTo>
                    <a:pt x="668177" y="369112"/>
                  </a:lnTo>
                  <a:lnTo>
                    <a:pt x="668177" y="424732"/>
                  </a:lnTo>
                  <a:lnTo>
                    <a:pt x="612557" y="424732"/>
                  </a:lnTo>
                  <a:close/>
                  <a:moveTo>
                    <a:pt x="612557" y="364056"/>
                  </a:moveTo>
                  <a:lnTo>
                    <a:pt x="612557" y="308436"/>
                  </a:lnTo>
                  <a:lnTo>
                    <a:pt x="668177" y="308436"/>
                  </a:lnTo>
                  <a:lnTo>
                    <a:pt x="668177" y="364056"/>
                  </a:lnTo>
                  <a:lnTo>
                    <a:pt x="612557" y="364056"/>
                  </a:lnTo>
                  <a:close/>
                  <a:moveTo>
                    <a:pt x="607500" y="364056"/>
                  </a:moveTo>
                  <a:lnTo>
                    <a:pt x="551881" y="364056"/>
                  </a:lnTo>
                  <a:lnTo>
                    <a:pt x="551881" y="308436"/>
                  </a:lnTo>
                  <a:lnTo>
                    <a:pt x="607500" y="308436"/>
                  </a:lnTo>
                  <a:lnTo>
                    <a:pt x="607500" y="364056"/>
                  </a:lnTo>
                  <a:close/>
                  <a:moveTo>
                    <a:pt x="546824" y="364056"/>
                  </a:moveTo>
                  <a:lnTo>
                    <a:pt x="491205" y="364056"/>
                  </a:lnTo>
                  <a:lnTo>
                    <a:pt x="491205" y="308436"/>
                  </a:lnTo>
                  <a:lnTo>
                    <a:pt x="546824" y="308436"/>
                  </a:lnTo>
                  <a:lnTo>
                    <a:pt x="546824" y="364056"/>
                  </a:lnTo>
                  <a:close/>
                  <a:moveTo>
                    <a:pt x="486148" y="364056"/>
                  </a:moveTo>
                  <a:lnTo>
                    <a:pt x="430529" y="364056"/>
                  </a:lnTo>
                  <a:lnTo>
                    <a:pt x="430529" y="308436"/>
                  </a:lnTo>
                  <a:lnTo>
                    <a:pt x="486148" y="308436"/>
                  </a:lnTo>
                  <a:lnTo>
                    <a:pt x="486148" y="364056"/>
                  </a:lnTo>
                  <a:close/>
                  <a:moveTo>
                    <a:pt x="425472" y="364056"/>
                  </a:moveTo>
                  <a:lnTo>
                    <a:pt x="369853" y="364056"/>
                  </a:lnTo>
                  <a:lnTo>
                    <a:pt x="369853" y="308436"/>
                  </a:lnTo>
                  <a:lnTo>
                    <a:pt x="425472" y="308436"/>
                  </a:lnTo>
                  <a:lnTo>
                    <a:pt x="425472" y="364056"/>
                  </a:lnTo>
                  <a:close/>
                  <a:moveTo>
                    <a:pt x="425472" y="369112"/>
                  </a:moveTo>
                  <a:lnTo>
                    <a:pt x="425472" y="424732"/>
                  </a:lnTo>
                  <a:lnTo>
                    <a:pt x="369853" y="424732"/>
                  </a:lnTo>
                  <a:lnTo>
                    <a:pt x="369853" y="369112"/>
                  </a:lnTo>
                  <a:lnTo>
                    <a:pt x="425472" y="369112"/>
                  </a:lnTo>
                  <a:close/>
                  <a:moveTo>
                    <a:pt x="364796" y="424732"/>
                  </a:moveTo>
                  <a:lnTo>
                    <a:pt x="309177" y="424732"/>
                  </a:lnTo>
                  <a:lnTo>
                    <a:pt x="309177" y="369112"/>
                  </a:lnTo>
                  <a:lnTo>
                    <a:pt x="364796" y="369112"/>
                  </a:lnTo>
                  <a:lnTo>
                    <a:pt x="364796" y="424732"/>
                  </a:lnTo>
                  <a:close/>
                  <a:moveTo>
                    <a:pt x="364796" y="429788"/>
                  </a:moveTo>
                  <a:lnTo>
                    <a:pt x="364796" y="485408"/>
                  </a:lnTo>
                  <a:lnTo>
                    <a:pt x="309177" y="485408"/>
                  </a:lnTo>
                  <a:lnTo>
                    <a:pt x="309177" y="429788"/>
                  </a:lnTo>
                  <a:lnTo>
                    <a:pt x="364796" y="429788"/>
                  </a:lnTo>
                  <a:close/>
                  <a:moveTo>
                    <a:pt x="364796" y="490464"/>
                  </a:moveTo>
                  <a:lnTo>
                    <a:pt x="364796" y="546084"/>
                  </a:lnTo>
                  <a:lnTo>
                    <a:pt x="309177" y="546084"/>
                  </a:lnTo>
                  <a:lnTo>
                    <a:pt x="309177" y="490464"/>
                  </a:lnTo>
                  <a:lnTo>
                    <a:pt x="364796" y="490464"/>
                  </a:lnTo>
                  <a:close/>
                  <a:moveTo>
                    <a:pt x="364796" y="551141"/>
                  </a:moveTo>
                  <a:lnTo>
                    <a:pt x="364796" y="606760"/>
                  </a:lnTo>
                  <a:lnTo>
                    <a:pt x="309177" y="606760"/>
                  </a:lnTo>
                  <a:lnTo>
                    <a:pt x="309177" y="551141"/>
                  </a:lnTo>
                  <a:lnTo>
                    <a:pt x="364796" y="551141"/>
                  </a:lnTo>
                  <a:close/>
                  <a:moveTo>
                    <a:pt x="364796" y="611817"/>
                  </a:moveTo>
                  <a:lnTo>
                    <a:pt x="364796" y="667436"/>
                  </a:lnTo>
                  <a:lnTo>
                    <a:pt x="309177" y="667436"/>
                  </a:lnTo>
                  <a:lnTo>
                    <a:pt x="309177" y="611817"/>
                  </a:lnTo>
                  <a:lnTo>
                    <a:pt x="364796" y="611817"/>
                  </a:lnTo>
                  <a:close/>
                  <a:moveTo>
                    <a:pt x="364796" y="672493"/>
                  </a:moveTo>
                  <a:lnTo>
                    <a:pt x="364796" y="728112"/>
                  </a:lnTo>
                  <a:lnTo>
                    <a:pt x="309177" y="728112"/>
                  </a:lnTo>
                  <a:lnTo>
                    <a:pt x="309177" y="672493"/>
                  </a:lnTo>
                  <a:lnTo>
                    <a:pt x="364796" y="672493"/>
                  </a:lnTo>
                  <a:close/>
                  <a:moveTo>
                    <a:pt x="364796" y="733169"/>
                  </a:moveTo>
                  <a:lnTo>
                    <a:pt x="364796" y="788788"/>
                  </a:lnTo>
                  <a:lnTo>
                    <a:pt x="309177" y="788788"/>
                  </a:lnTo>
                  <a:lnTo>
                    <a:pt x="309177" y="733169"/>
                  </a:lnTo>
                  <a:lnTo>
                    <a:pt x="364796" y="733169"/>
                  </a:lnTo>
                  <a:close/>
                  <a:moveTo>
                    <a:pt x="364796" y="793845"/>
                  </a:moveTo>
                  <a:lnTo>
                    <a:pt x="364796" y="849464"/>
                  </a:lnTo>
                  <a:lnTo>
                    <a:pt x="309177" y="849464"/>
                  </a:lnTo>
                  <a:lnTo>
                    <a:pt x="309177" y="793845"/>
                  </a:lnTo>
                  <a:lnTo>
                    <a:pt x="364796" y="793845"/>
                  </a:lnTo>
                  <a:close/>
                  <a:moveTo>
                    <a:pt x="364796" y="854521"/>
                  </a:moveTo>
                  <a:lnTo>
                    <a:pt x="364796" y="910140"/>
                  </a:lnTo>
                  <a:lnTo>
                    <a:pt x="309177" y="910140"/>
                  </a:lnTo>
                  <a:lnTo>
                    <a:pt x="309177" y="854521"/>
                  </a:lnTo>
                  <a:lnTo>
                    <a:pt x="364796" y="854521"/>
                  </a:lnTo>
                  <a:close/>
                  <a:moveTo>
                    <a:pt x="364796" y="915197"/>
                  </a:moveTo>
                  <a:lnTo>
                    <a:pt x="364796" y="970816"/>
                  </a:lnTo>
                  <a:lnTo>
                    <a:pt x="309177" y="970816"/>
                  </a:lnTo>
                  <a:lnTo>
                    <a:pt x="309177" y="915197"/>
                  </a:lnTo>
                  <a:lnTo>
                    <a:pt x="364796" y="915197"/>
                  </a:lnTo>
                  <a:close/>
                  <a:moveTo>
                    <a:pt x="369853" y="915197"/>
                  </a:moveTo>
                  <a:lnTo>
                    <a:pt x="425472" y="915197"/>
                  </a:lnTo>
                  <a:lnTo>
                    <a:pt x="425472" y="970816"/>
                  </a:lnTo>
                  <a:lnTo>
                    <a:pt x="369853" y="970816"/>
                  </a:lnTo>
                  <a:lnTo>
                    <a:pt x="369853" y="915197"/>
                  </a:lnTo>
                  <a:close/>
                  <a:moveTo>
                    <a:pt x="425472" y="975873"/>
                  </a:moveTo>
                  <a:lnTo>
                    <a:pt x="425472" y="1031492"/>
                  </a:lnTo>
                  <a:lnTo>
                    <a:pt x="369853" y="1031492"/>
                  </a:lnTo>
                  <a:lnTo>
                    <a:pt x="369853" y="975873"/>
                  </a:lnTo>
                  <a:lnTo>
                    <a:pt x="425472" y="975873"/>
                  </a:lnTo>
                  <a:close/>
                  <a:moveTo>
                    <a:pt x="430529" y="975873"/>
                  </a:moveTo>
                  <a:lnTo>
                    <a:pt x="486148" y="975873"/>
                  </a:lnTo>
                  <a:lnTo>
                    <a:pt x="486148" y="1031492"/>
                  </a:lnTo>
                  <a:lnTo>
                    <a:pt x="430529" y="1031492"/>
                  </a:lnTo>
                  <a:lnTo>
                    <a:pt x="430529" y="975873"/>
                  </a:lnTo>
                  <a:close/>
                  <a:moveTo>
                    <a:pt x="491205" y="975873"/>
                  </a:moveTo>
                  <a:lnTo>
                    <a:pt x="546824" y="975873"/>
                  </a:lnTo>
                  <a:lnTo>
                    <a:pt x="546824" y="1031492"/>
                  </a:lnTo>
                  <a:lnTo>
                    <a:pt x="491205" y="1031492"/>
                  </a:lnTo>
                  <a:lnTo>
                    <a:pt x="491205" y="975873"/>
                  </a:lnTo>
                  <a:close/>
                  <a:moveTo>
                    <a:pt x="551881" y="975873"/>
                  </a:moveTo>
                  <a:lnTo>
                    <a:pt x="607500" y="975873"/>
                  </a:lnTo>
                  <a:lnTo>
                    <a:pt x="607500" y="1031492"/>
                  </a:lnTo>
                  <a:lnTo>
                    <a:pt x="551881" y="1031492"/>
                  </a:lnTo>
                  <a:lnTo>
                    <a:pt x="551881" y="975873"/>
                  </a:lnTo>
                  <a:close/>
                  <a:moveTo>
                    <a:pt x="612557" y="975873"/>
                  </a:moveTo>
                  <a:lnTo>
                    <a:pt x="668177" y="975873"/>
                  </a:lnTo>
                  <a:lnTo>
                    <a:pt x="668177" y="1031492"/>
                  </a:lnTo>
                  <a:lnTo>
                    <a:pt x="612557" y="1031492"/>
                  </a:lnTo>
                  <a:lnTo>
                    <a:pt x="612557" y="975873"/>
                  </a:lnTo>
                  <a:close/>
                  <a:moveTo>
                    <a:pt x="612557" y="970816"/>
                  </a:moveTo>
                  <a:lnTo>
                    <a:pt x="612557" y="915197"/>
                  </a:lnTo>
                  <a:lnTo>
                    <a:pt x="668177" y="915197"/>
                  </a:lnTo>
                  <a:lnTo>
                    <a:pt x="668177" y="970816"/>
                  </a:lnTo>
                  <a:lnTo>
                    <a:pt x="612557" y="970816"/>
                  </a:lnTo>
                  <a:close/>
                  <a:moveTo>
                    <a:pt x="673233" y="915197"/>
                  </a:moveTo>
                  <a:lnTo>
                    <a:pt x="728853" y="915197"/>
                  </a:lnTo>
                  <a:lnTo>
                    <a:pt x="728853" y="970816"/>
                  </a:lnTo>
                  <a:lnTo>
                    <a:pt x="673233" y="970816"/>
                  </a:lnTo>
                  <a:lnTo>
                    <a:pt x="673233" y="915197"/>
                  </a:lnTo>
                  <a:close/>
                  <a:moveTo>
                    <a:pt x="673233" y="910140"/>
                  </a:moveTo>
                  <a:lnTo>
                    <a:pt x="673233" y="854521"/>
                  </a:lnTo>
                  <a:lnTo>
                    <a:pt x="728853" y="854521"/>
                  </a:lnTo>
                  <a:lnTo>
                    <a:pt x="728853" y="910140"/>
                  </a:lnTo>
                  <a:lnTo>
                    <a:pt x="673233" y="910140"/>
                  </a:lnTo>
                  <a:close/>
                  <a:moveTo>
                    <a:pt x="673233" y="849464"/>
                  </a:moveTo>
                  <a:lnTo>
                    <a:pt x="673233" y="793845"/>
                  </a:lnTo>
                  <a:lnTo>
                    <a:pt x="728853" y="793845"/>
                  </a:lnTo>
                  <a:lnTo>
                    <a:pt x="728853" y="849464"/>
                  </a:lnTo>
                  <a:lnTo>
                    <a:pt x="673233" y="849464"/>
                  </a:lnTo>
                  <a:close/>
                  <a:moveTo>
                    <a:pt x="673233" y="788788"/>
                  </a:moveTo>
                  <a:lnTo>
                    <a:pt x="673233" y="733169"/>
                  </a:lnTo>
                  <a:lnTo>
                    <a:pt x="728853" y="733169"/>
                  </a:lnTo>
                  <a:lnTo>
                    <a:pt x="728853" y="788788"/>
                  </a:lnTo>
                  <a:lnTo>
                    <a:pt x="673233" y="788788"/>
                  </a:lnTo>
                  <a:close/>
                  <a:moveTo>
                    <a:pt x="673233" y="728112"/>
                  </a:moveTo>
                  <a:lnTo>
                    <a:pt x="673233" y="672493"/>
                  </a:lnTo>
                  <a:lnTo>
                    <a:pt x="728853" y="672493"/>
                  </a:lnTo>
                  <a:lnTo>
                    <a:pt x="728853" y="728112"/>
                  </a:lnTo>
                  <a:lnTo>
                    <a:pt x="673233" y="728112"/>
                  </a:lnTo>
                  <a:close/>
                  <a:moveTo>
                    <a:pt x="673233" y="667436"/>
                  </a:moveTo>
                  <a:lnTo>
                    <a:pt x="673233" y="611817"/>
                  </a:lnTo>
                  <a:lnTo>
                    <a:pt x="728853" y="611817"/>
                  </a:lnTo>
                  <a:lnTo>
                    <a:pt x="728853" y="667436"/>
                  </a:lnTo>
                  <a:lnTo>
                    <a:pt x="673233" y="667436"/>
                  </a:lnTo>
                  <a:close/>
                  <a:moveTo>
                    <a:pt x="673233" y="606760"/>
                  </a:moveTo>
                  <a:lnTo>
                    <a:pt x="673233" y="551141"/>
                  </a:lnTo>
                  <a:lnTo>
                    <a:pt x="728853" y="551141"/>
                  </a:lnTo>
                  <a:lnTo>
                    <a:pt x="728853" y="606760"/>
                  </a:lnTo>
                  <a:lnTo>
                    <a:pt x="673233" y="606760"/>
                  </a:lnTo>
                  <a:close/>
                  <a:moveTo>
                    <a:pt x="673233" y="546084"/>
                  </a:moveTo>
                  <a:lnTo>
                    <a:pt x="673233" y="490464"/>
                  </a:lnTo>
                  <a:lnTo>
                    <a:pt x="728853" y="490464"/>
                  </a:lnTo>
                  <a:lnTo>
                    <a:pt x="728853" y="546084"/>
                  </a:lnTo>
                  <a:lnTo>
                    <a:pt x="673233" y="546084"/>
                  </a:lnTo>
                  <a:close/>
                  <a:moveTo>
                    <a:pt x="673233" y="485408"/>
                  </a:moveTo>
                  <a:lnTo>
                    <a:pt x="673233" y="429788"/>
                  </a:lnTo>
                  <a:lnTo>
                    <a:pt x="728853" y="429788"/>
                  </a:lnTo>
                  <a:lnTo>
                    <a:pt x="728853" y="485408"/>
                  </a:lnTo>
                  <a:lnTo>
                    <a:pt x="673233" y="485408"/>
                  </a:lnTo>
                  <a:close/>
                  <a:moveTo>
                    <a:pt x="673233" y="424732"/>
                  </a:moveTo>
                  <a:lnTo>
                    <a:pt x="673233" y="369112"/>
                  </a:lnTo>
                  <a:lnTo>
                    <a:pt x="728853" y="369112"/>
                  </a:lnTo>
                  <a:lnTo>
                    <a:pt x="728853" y="424732"/>
                  </a:lnTo>
                  <a:lnTo>
                    <a:pt x="673233" y="424732"/>
                  </a:lnTo>
                  <a:close/>
                  <a:moveTo>
                    <a:pt x="673233" y="364056"/>
                  </a:moveTo>
                  <a:lnTo>
                    <a:pt x="673233" y="308436"/>
                  </a:lnTo>
                  <a:lnTo>
                    <a:pt x="728853" y="308436"/>
                  </a:lnTo>
                  <a:lnTo>
                    <a:pt x="728853" y="364056"/>
                  </a:lnTo>
                  <a:lnTo>
                    <a:pt x="673233" y="364056"/>
                  </a:lnTo>
                  <a:close/>
                  <a:moveTo>
                    <a:pt x="673233" y="303380"/>
                  </a:moveTo>
                  <a:lnTo>
                    <a:pt x="673233" y="247760"/>
                  </a:lnTo>
                  <a:lnTo>
                    <a:pt x="728853" y="247760"/>
                  </a:lnTo>
                  <a:lnTo>
                    <a:pt x="728853" y="303380"/>
                  </a:lnTo>
                  <a:lnTo>
                    <a:pt x="673233" y="303380"/>
                  </a:lnTo>
                  <a:close/>
                  <a:moveTo>
                    <a:pt x="668177" y="303380"/>
                  </a:moveTo>
                  <a:lnTo>
                    <a:pt x="612557" y="303380"/>
                  </a:lnTo>
                  <a:lnTo>
                    <a:pt x="612557" y="247760"/>
                  </a:lnTo>
                  <a:lnTo>
                    <a:pt x="668177" y="247760"/>
                  </a:lnTo>
                  <a:lnTo>
                    <a:pt x="668177" y="303380"/>
                  </a:lnTo>
                  <a:close/>
                  <a:moveTo>
                    <a:pt x="607500" y="303380"/>
                  </a:moveTo>
                  <a:lnTo>
                    <a:pt x="551881" y="303380"/>
                  </a:lnTo>
                  <a:lnTo>
                    <a:pt x="551881" y="247760"/>
                  </a:lnTo>
                  <a:lnTo>
                    <a:pt x="607500" y="247760"/>
                  </a:lnTo>
                  <a:lnTo>
                    <a:pt x="607500" y="303380"/>
                  </a:lnTo>
                  <a:close/>
                  <a:moveTo>
                    <a:pt x="546824" y="303380"/>
                  </a:moveTo>
                  <a:lnTo>
                    <a:pt x="491205" y="303380"/>
                  </a:lnTo>
                  <a:lnTo>
                    <a:pt x="491205" y="247760"/>
                  </a:lnTo>
                  <a:lnTo>
                    <a:pt x="546824" y="247760"/>
                  </a:lnTo>
                  <a:lnTo>
                    <a:pt x="546824" y="303380"/>
                  </a:lnTo>
                  <a:close/>
                  <a:moveTo>
                    <a:pt x="486148" y="303380"/>
                  </a:moveTo>
                  <a:lnTo>
                    <a:pt x="430529" y="303380"/>
                  </a:lnTo>
                  <a:lnTo>
                    <a:pt x="430529" y="247760"/>
                  </a:lnTo>
                  <a:lnTo>
                    <a:pt x="486148" y="247760"/>
                  </a:lnTo>
                  <a:lnTo>
                    <a:pt x="486148" y="303380"/>
                  </a:lnTo>
                  <a:close/>
                  <a:moveTo>
                    <a:pt x="425472" y="303380"/>
                  </a:moveTo>
                  <a:lnTo>
                    <a:pt x="369853" y="303380"/>
                  </a:lnTo>
                  <a:lnTo>
                    <a:pt x="369853" y="247760"/>
                  </a:lnTo>
                  <a:lnTo>
                    <a:pt x="425472" y="247760"/>
                  </a:lnTo>
                  <a:lnTo>
                    <a:pt x="425472" y="303380"/>
                  </a:lnTo>
                  <a:close/>
                  <a:moveTo>
                    <a:pt x="364796" y="303380"/>
                  </a:moveTo>
                  <a:lnTo>
                    <a:pt x="309177" y="303380"/>
                  </a:lnTo>
                  <a:lnTo>
                    <a:pt x="309177" y="247760"/>
                  </a:lnTo>
                  <a:lnTo>
                    <a:pt x="364796" y="247760"/>
                  </a:lnTo>
                  <a:lnTo>
                    <a:pt x="364796" y="303380"/>
                  </a:lnTo>
                  <a:close/>
                  <a:moveTo>
                    <a:pt x="364796" y="308436"/>
                  </a:moveTo>
                  <a:lnTo>
                    <a:pt x="364796" y="364056"/>
                  </a:lnTo>
                  <a:lnTo>
                    <a:pt x="309177" y="364056"/>
                  </a:lnTo>
                  <a:lnTo>
                    <a:pt x="309177" y="308436"/>
                  </a:lnTo>
                  <a:lnTo>
                    <a:pt x="364796" y="308436"/>
                  </a:lnTo>
                  <a:close/>
                  <a:moveTo>
                    <a:pt x="304120" y="364056"/>
                  </a:moveTo>
                  <a:lnTo>
                    <a:pt x="248501" y="364056"/>
                  </a:lnTo>
                  <a:lnTo>
                    <a:pt x="248501" y="308436"/>
                  </a:lnTo>
                  <a:lnTo>
                    <a:pt x="304120" y="308436"/>
                  </a:lnTo>
                  <a:lnTo>
                    <a:pt x="304120" y="364056"/>
                  </a:lnTo>
                  <a:close/>
                  <a:moveTo>
                    <a:pt x="304120" y="369112"/>
                  </a:moveTo>
                  <a:lnTo>
                    <a:pt x="304120" y="424732"/>
                  </a:lnTo>
                  <a:lnTo>
                    <a:pt x="248501" y="424732"/>
                  </a:lnTo>
                  <a:lnTo>
                    <a:pt x="248501" y="369112"/>
                  </a:lnTo>
                  <a:lnTo>
                    <a:pt x="304120" y="369112"/>
                  </a:lnTo>
                  <a:close/>
                  <a:moveTo>
                    <a:pt x="304120" y="429788"/>
                  </a:moveTo>
                  <a:lnTo>
                    <a:pt x="304120" y="485408"/>
                  </a:lnTo>
                  <a:lnTo>
                    <a:pt x="248501" y="485408"/>
                  </a:lnTo>
                  <a:lnTo>
                    <a:pt x="248501" y="429788"/>
                  </a:lnTo>
                  <a:lnTo>
                    <a:pt x="304120" y="429788"/>
                  </a:lnTo>
                  <a:close/>
                  <a:moveTo>
                    <a:pt x="304120" y="490464"/>
                  </a:moveTo>
                  <a:lnTo>
                    <a:pt x="304120" y="546084"/>
                  </a:lnTo>
                  <a:lnTo>
                    <a:pt x="248501" y="546084"/>
                  </a:lnTo>
                  <a:lnTo>
                    <a:pt x="248501" y="490464"/>
                  </a:lnTo>
                  <a:lnTo>
                    <a:pt x="304120" y="490464"/>
                  </a:lnTo>
                  <a:close/>
                  <a:moveTo>
                    <a:pt x="304120" y="551141"/>
                  </a:moveTo>
                  <a:lnTo>
                    <a:pt x="304120" y="606760"/>
                  </a:lnTo>
                  <a:lnTo>
                    <a:pt x="248501" y="606760"/>
                  </a:lnTo>
                  <a:lnTo>
                    <a:pt x="248501" y="551141"/>
                  </a:lnTo>
                  <a:lnTo>
                    <a:pt x="304120" y="551141"/>
                  </a:lnTo>
                  <a:close/>
                  <a:moveTo>
                    <a:pt x="304120" y="611817"/>
                  </a:moveTo>
                  <a:lnTo>
                    <a:pt x="304120" y="667436"/>
                  </a:lnTo>
                  <a:lnTo>
                    <a:pt x="248501" y="667436"/>
                  </a:lnTo>
                  <a:lnTo>
                    <a:pt x="248501" y="611817"/>
                  </a:lnTo>
                  <a:lnTo>
                    <a:pt x="304120" y="611817"/>
                  </a:lnTo>
                  <a:close/>
                  <a:moveTo>
                    <a:pt x="304120" y="672493"/>
                  </a:moveTo>
                  <a:lnTo>
                    <a:pt x="304120" y="728112"/>
                  </a:lnTo>
                  <a:lnTo>
                    <a:pt x="248501" y="728112"/>
                  </a:lnTo>
                  <a:lnTo>
                    <a:pt x="248501" y="672493"/>
                  </a:lnTo>
                  <a:lnTo>
                    <a:pt x="304120" y="672493"/>
                  </a:lnTo>
                  <a:close/>
                  <a:moveTo>
                    <a:pt x="304120" y="733169"/>
                  </a:moveTo>
                  <a:lnTo>
                    <a:pt x="304120" y="788788"/>
                  </a:lnTo>
                  <a:lnTo>
                    <a:pt x="248501" y="788788"/>
                  </a:lnTo>
                  <a:lnTo>
                    <a:pt x="248501" y="733169"/>
                  </a:lnTo>
                  <a:lnTo>
                    <a:pt x="304120" y="733169"/>
                  </a:lnTo>
                  <a:close/>
                  <a:moveTo>
                    <a:pt x="304120" y="793845"/>
                  </a:moveTo>
                  <a:lnTo>
                    <a:pt x="304120" y="849464"/>
                  </a:lnTo>
                  <a:lnTo>
                    <a:pt x="248501" y="849464"/>
                  </a:lnTo>
                  <a:lnTo>
                    <a:pt x="248501" y="793845"/>
                  </a:lnTo>
                  <a:lnTo>
                    <a:pt x="304120" y="793845"/>
                  </a:lnTo>
                  <a:close/>
                  <a:moveTo>
                    <a:pt x="304120" y="854521"/>
                  </a:moveTo>
                  <a:lnTo>
                    <a:pt x="304120" y="910140"/>
                  </a:lnTo>
                  <a:lnTo>
                    <a:pt x="248501" y="910140"/>
                  </a:lnTo>
                  <a:lnTo>
                    <a:pt x="248501" y="854521"/>
                  </a:lnTo>
                  <a:lnTo>
                    <a:pt x="304120" y="854521"/>
                  </a:lnTo>
                  <a:close/>
                  <a:moveTo>
                    <a:pt x="304120" y="915197"/>
                  </a:moveTo>
                  <a:lnTo>
                    <a:pt x="304120" y="970816"/>
                  </a:lnTo>
                  <a:lnTo>
                    <a:pt x="248501" y="970816"/>
                  </a:lnTo>
                  <a:lnTo>
                    <a:pt x="248501" y="915197"/>
                  </a:lnTo>
                  <a:lnTo>
                    <a:pt x="304120" y="915197"/>
                  </a:lnTo>
                  <a:close/>
                  <a:moveTo>
                    <a:pt x="304120" y="975873"/>
                  </a:moveTo>
                  <a:lnTo>
                    <a:pt x="304120" y="1031492"/>
                  </a:lnTo>
                  <a:lnTo>
                    <a:pt x="248501" y="1031492"/>
                  </a:lnTo>
                  <a:lnTo>
                    <a:pt x="248501" y="975873"/>
                  </a:lnTo>
                  <a:lnTo>
                    <a:pt x="304120" y="975873"/>
                  </a:lnTo>
                  <a:close/>
                  <a:moveTo>
                    <a:pt x="309177" y="975873"/>
                  </a:moveTo>
                  <a:lnTo>
                    <a:pt x="364796" y="975873"/>
                  </a:lnTo>
                  <a:lnTo>
                    <a:pt x="364796" y="1031492"/>
                  </a:lnTo>
                  <a:lnTo>
                    <a:pt x="309177" y="1031492"/>
                  </a:lnTo>
                  <a:lnTo>
                    <a:pt x="309177" y="975873"/>
                  </a:lnTo>
                  <a:close/>
                  <a:moveTo>
                    <a:pt x="364796" y="1036549"/>
                  </a:moveTo>
                  <a:lnTo>
                    <a:pt x="364796" y="1092168"/>
                  </a:lnTo>
                  <a:lnTo>
                    <a:pt x="309177" y="1092168"/>
                  </a:lnTo>
                  <a:lnTo>
                    <a:pt x="309177" y="1036549"/>
                  </a:lnTo>
                  <a:lnTo>
                    <a:pt x="364796" y="1036549"/>
                  </a:lnTo>
                  <a:close/>
                  <a:moveTo>
                    <a:pt x="369853" y="1036549"/>
                  </a:moveTo>
                  <a:lnTo>
                    <a:pt x="425472" y="1036549"/>
                  </a:lnTo>
                  <a:lnTo>
                    <a:pt x="425472" y="1092168"/>
                  </a:lnTo>
                  <a:lnTo>
                    <a:pt x="369853" y="1092168"/>
                  </a:lnTo>
                  <a:lnTo>
                    <a:pt x="369853" y="1036549"/>
                  </a:lnTo>
                  <a:close/>
                  <a:moveTo>
                    <a:pt x="430529" y="1036549"/>
                  </a:moveTo>
                  <a:lnTo>
                    <a:pt x="486148" y="1036549"/>
                  </a:lnTo>
                  <a:lnTo>
                    <a:pt x="486148" y="1092168"/>
                  </a:lnTo>
                  <a:lnTo>
                    <a:pt x="430529" y="1092168"/>
                  </a:lnTo>
                  <a:lnTo>
                    <a:pt x="430529" y="1036549"/>
                  </a:lnTo>
                  <a:close/>
                  <a:moveTo>
                    <a:pt x="491205" y="1036549"/>
                  </a:moveTo>
                  <a:lnTo>
                    <a:pt x="546824" y="1036549"/>
                  </a:lnTo>
                  <a:lnTo>
                    <a:pt x="546824" y="1092168"/>
                  </a:lnTo>
                  <a:lnTo>
                    <a:pt x="491205" y="1092168"/>
                  </a:lnTo>
                  <a:lnTo>
                    <a:pt x="491205" y="1036549"/>
                  </a:lnTo>
                  <a:close/>
                  <a:moveTo>
                    <a:pt x="551881" y="1036549"/>
                  </a:moveTo>
                  <a:lnTo>
                    <a:pt x="607500" y="1036549"/>
                  </a:lnTo>
                  <a:lnTo>
                    <a:pt x="607500" y="1092168"/>
                  </a:lnTo>
                  <a:lnTo>
                    <a:pt x="551881" y="1092168"/>
                  </a:lnTo>
                  <a:lnTo>
                    <a:pt x="551881" y="1036549"/>
                  </a:lnTo>
                  <a:close/>
                  <a:moveTo>
                    <a:pt x="612557" y="1036549"/>
                  </a:moveTo>
                  <a:lnTo>
                    <a:pt x="668177" y="1036549"/>
                  </a:lnTo>
                  <a:lnTo>
                    <a:pt x="668177" y="1092168"/>
                  </a:lnTo>
                  <a:lnTo>
                    <a:pt x="612557" y="1092168"/>
                  </a:lnTo>
                  <a:lnTo>
                    <a:pt x="612557" y="1036549"/>
                  </a:lnTo>
                  <a:close/>
                  <a:moveTo>
                    <a:pt x="673233" y="1036549"/>
                  </a:moveTo>
                  <a:lnTo>
                    <a:pt x="728853" y="1036549"/>
                  </a:lnTo>
                  <a:lnTo>
                    <a:pt x="728853" y="1092168"/>
                  </a:lnTo>
                  <a:lnTo>
                    <a:pt x="673233" y="1092168"/>
                  </a:lnTo>
                  <a:lnTo>
                    <a:pt x="673233" y="1036549"/>
                  </a:lnTo>
                  <a:close/>
                  <a:moveTo>
                    <a:pt x="673233" y="1031492"/>
                  </a:moveTo>
                  <a:lnTo>
                    <a:pt x="673233" y="975873"/>
                  </a:lnTo>
                  <a:lnTo>
                    <a:pt x="728853" y="975873"/>
                  </a:lnTo>
                  <a:lnTo>
                    <a:pt x="728853" y="1031492"/>
                  </a:lnTo>
                  <a:lnTo>
                    <a:pt x="673233" y="1031492"/>
                  </a:lnTo>
                  <a:close/>
                  <a:moveTo>
                    <a:pt x="733909" y="975873"/>
                  </a:moveTo>
                  <a:lnTo>
                    <a:pt x="789529" y="975873"/>
                  </a:lnTo>
                  <a:lnTo>
                    <a:pt x="789529" y="1031492"/>
                  </a:lnTo>
                  <a:lnTo>
                    <a:pt x="733909" y="1031492"/>
                  </a:lnTo>
                  <a:lnTo>
                    <a:pt x="733909" y="975873"/>
                  </a:lnTo>
                  <a:close/>
                  <a:moveTo>
                    <a:pt x="733909" y="970816"/>
                  </a:moveTo>
                  <a:lnTo>
                    <a:pt x="733909" y="915197"/>
                  </a:lnTo>
                  <a:lnTo>
                    <a:pt x="789529" y="915197"/>
                  </a:lnTo>
                  <a:lnTo>
                    <a:pt x="789529" y="970816"/>
                  </a:lnTo>
                  <a:lnTo>
                    <a:pt x="733909" y="970816"/>
                  </a:lnTo>
                  <a:close/>
                  <a:moveTo>
                    <a:pt x="733909" y="910140"/>
                  </a:moveTo>
                  <a:lnTo>
                    <a:pt x="733909" y="854521"/>
                  </a:lnTo>
                  <a:lnTo>
                    <a:pt x="789529" y="854521"/>
                  </a:lnTo>
                  <a:lnTo>
                    <a:pt x="789529" y="910140"/>
                  </a:lnTo>
                  <a:lnTo>
                    <a:pt x="733909" y="910140"/>
                  </a:lnTo>
                  <a:close/>
                  <a:moveTo>
                    <a:pt x="733909" y="849464"/>
                  </a:moveTo>
                  <a:lnTo>
                    <a:pt x="733909" y="793845"/>
                  </a:lnTo>
                  <a:lnTo>
                    <a:pt x="789529" y="793845"/>
                  </a:lnTo>
                  <a:lnTo>
                    <a:pt x="789529" y="849464"/>
                  </a:lnTo>
                  <a:lnTo>
                    <a:pt x="733909" y="849464"/>
                  </a:lnTo>
                  <a:close/>
                  <a:moveTo>
                    <a:pt x="733909" y="788788"/>
                  </a:moveTo>
                  <a:lnTo>
                    <a:pt x="733909" y="733169"/>
                  </a:lnTo>
                  <a:lnTo>
                    <a:pt x="789529" y="733169"/>
                  </a:lnTo>
                  <a:lnTo>
                    <a:pt x="789529" y="788788"/>
                  </a:lnTo>
                  <a:lnTo>
                    <a:pt x="733909" y="788788"/>
                  </a:lnTo>
                  <a:close/>
                  <a:moveTo>
                    <a:pt x="733909" y="728112"/>
                  </a:moveTo>
                  <a:lnTo>
                    <a:pt x="733909" y="672493"/>
                  </a:lnTo>
                  <a:lnTo>
                    <a:pt x="789529" y="672493"/>
                  </a:lnTo>
                  <a:lnTo>
                    <a:pt x="789529" y="728112"/>
                  </a:lnTo>
                  <a:lnTo>
                    <a:pt x="733909" y="728112"/>
                  </a:lnTo>
                  <a:close/>
                  <a:moveTo>
                    <a:pt x="733909" y="667436"/>
                  </a:moveTo>
                  <a:lnTo>
                    <a:pt x="733909" y="611817"/>
                  </a:lnTo>
                  <a:lnTo>
                    <a:pt x="789529" y="611817"/>
                  </a:lnTo>
                  <a:lnTo>
                    <a:pt x="789529" y="667436"/>
                  </a:lnTo>
                  <a:lnTo>
                    <a:pt x="733909" y="667436"/>
                  </a:lnTo>
                  <a:close/>
                  <a:moveTo>
                    <a:pt x="733909" y="606760"/>
                  </a:moveTo>
                  <a:lnTo>
                    <a:pt x="733909" y="551141"/>
                  </a:lnTo>
                  <a:lnTo>
                    <a:pt x="789529" y="551141"/>
                  </a:lnTo>
                  <a:lnTo>
                    <a:pt x="789529" y="606760"/>
                  </a:lnTo>
                  <a:lnTo>
                    <a:pt x="733909" y="606760"/>
                  </a:lnTo>
                  <a:close/>
                  <a:moveTo>
                    <a:pt x="733909" y="546084"/>
                  </a:moveTo>
                  <a:lnTo>
                    <a:pt x="733909" y="490464"/>
                  </a:lnTo>
                  <a:lnTo>
                    <a:pt x="789529" y="490464"/>
                  </a:lnTo>
                  <a:lnTo>
                    <a:pt x="789529" y="546084"/>
                  </a:lnTo>
                  <a:lnTo>
                    <a:pt x="733909" y="546084"/>
                  </a:lnTo>
                  <a:close/>
                  <a:moveTo>
                    <a:pt x="733909" y="485408"/>
                  </a:moveTo>
                  <a:lnTo>
                    <a:pt x="733909" y="429788"/>
                  </a:lnTo>
                  <a:lnTo>
                    <a:pt x="789529" y="429788"/>
                  </a:lnTo>
                  <a:lnTo>
                    <a:pt x="789529" y="485408"/>
                  </a:lnTo>
                  <a:lnTo>
                    <a:pt x="733909" y="485408"/>
                  </a:lnTo>
                  <a:close/>
                  <a:moveTo>
                    <a:pt x="733909" y="424732"/>
                  </a:moveTo>
                  <a:lnTo>
                    <a:pt x="733909" y="369112"/>
                  </a:lnTo>
                  <a:lnTo>
                    <a:pt x="789529" y="369112"/>
                  </a:lnTo>
                  <a:lnTo>
                    <a:pt x="789529" y="424732"/>
                  </a:lnTo>
                  <a:lnTo>
                    <a:pt x="733909" y="424732"/>
                  </a:lnTo>
                  <a:close/>
                  <a:moveTo>
                    <a:pt x="733909" y="364056"/>
                  </a:moveTo>
                  <a:lnTo>
                    <a:pt x="733909" y="308436"/>
                  </a:lnTo>
                  <a:lnTo>
                    <a:pt x="789529" y="308436"/>
                  </a:lnTo>
                  <a:lnTo>
                    <a:pt x="789529" y="364056"/>
                  </a:lnTo>
                  <a:lnTo>
                    <a:pt x="733909" y="364056"/>
                  </a:lnTo>
                  <a:close/>
                  <a:moveTo>
                    <a:pt x="733909" y="303380"/>
                  </a:moveTo>
                  <a:lnTo>
                    <a:pt x="733909" y="247760"/>
                  </a:lnTo>
                  <a:lnTo>
                    <a:pt x="789529" y="247760"/>
                  </a:lnTo>
                  <a:lnTo>
                    <a:pt x="789529" y="303380"/>
                  </a:lnTo>
                  <a:lnTo>
                    <a:pt x="733909" y="303380"/>
                  </a:lnTo>
                  <a:close/>
                  <a:moveTo>
                    <a:pt x="733909" y="242704"/>
                  </a:moveTo>
                  <a:lnTo>
                    <a:pt x="733909" y="187084"/>
                  </a:lnTo>
                  <a:lnTo>
                    <a:pt x="789529" y="187084"/>
                  </a:lnTo>
                  <a:lnTo>
                    <a:pt x="789529" y="242704"/>
                  </a:lnTo>
                  <a:lnTo>
                    <a:pt x="733909" y="242704"/>
                  </a:lnTo>
                  <a:close/>
                  <a:moveTo>
                    <a:pt x="728853" y="242704"/>
                  </a:moveTo>
                  <a:lnTo>
                    <a:pt x="673233" y="242704"/>
                  </a:lnTo>
                  <a:lnTo>
                    <a:pt x="673233" y="187084"/>
                  </a:lnTo>
                  <a:lnTo>
                    <a:pt x="728853" y="187084"/>
                  </a:lnTo>
                  <a:lnTo>
                    <a:pt x="728853" y="242704"/>
                  </a:lnTo>
                  <a:close/>
                  <a:moveTo>
                    <a:pt x="668177" y="242704"/>
                  </a:moveTo>
                  <a:lnTo>
                    <a:pt x="612557" y="242704"/>
                  </a:lnTo>
                  <a:lnTo>
                    <a:pt x="612557" y="187084"/>
                  </a:lnTo>
                  <a:lnTo>
                    <a:pt x="668177" y="187084"/>
                  </a:lnTo>
                  <a:lnTo>
                    <a:pt x="668177" y="242704"/>
                  </a:lnTo>
                  <a:close/>
                  <a:moveTo>
                    <a:pt x="607500" y="242704"/>
                  </a:moveTo>
                  <a:lnTo>
                    <a:pt x="551881" y="242704"/>
                  </a:lnTo>
                  <a:lnTo>
                    <a:pt x="551881" y="187084"/>
                  </a:lnTo>
                  <a:lnTo>
                    <a:pt x="607500" y="187084"/>
                  </a:lnTo>
                  <a:lnTo>
                    <a:pt x="607500" y="242704"/>
                  </a:lnTo>
                  <a:close/>
                  <a:moveTo>
                    <a:pt x="546824" y="242704"/>
                  </a:moveTo>
                  <a:lnTo>
                    <a:pt x="491205" y="242704"/>
                  </a:lnTo>
                  <a:lnTo>
                    <a:pt x="491205" y="187084"/>
                  </a:lnTo>
                  <a:lnTo>
                    <a:pt x="546824" y="187084"/>
                  </a:lnTo>
                  <a:lnTo>
                    <a:pt x="546824" y="242704"/>
                  </a:lnTo>
                  <a:close/>
                  <a:moveTo>
                    <a:pt x="486148" y="242704"/>
                  </a:moveTo>
                  <a:lnTo>
                    <a:pt x="430529" y="242704"/>
                  </a:lnTo>
                  <a:lnTo>
                    <a:pt x="430529" y="187084"/>
                  </a:lnTo>
                  <a:lnTo>
                    <a:pt x="486148" y="187084"/>
                  </a:lnTo>
                  <a:lnTo>
                    <a:pt x="486148" y="242704"/>
                  </a:lnTo>
                  <a:close/>
                  <a:moveTo>
                    <a:pt x="425472" y="242704"/>
                  </a:moveTo>
                  <a:lnTo>
                    <a:pt x="369853" y="242704"/>
                  </a:lnTo>
                  <a:lnTo>
                    <a:pt x="369853" y="187084"/>
                  </a:lnTo>
                  <a:lnTo>
                    <a:pt x="425472" y="187084"/>
                  </a:lnTo>
                  <a:lnTo>
                    <a:pt x="425472" y="242704"/>
                  </a:lnTo>
                  <a:close/>
                  <a:moveTo>
                    <a:pt x="364796" y="242704"/>
                  </a:moveTo>
                  <a:lnTo>
                    <a:pt x="309177" y="242704"/>
                  </a:lnTo>
                  <a:lnTo>
                    <a:pt x="309177" y="187084"/>
                  </a:lnTo>
                  <a:lnTo>
                    <a:pt x="364796" y="187084"/>
                  </a:lnTo>
                  <a:lnTo>
                    <a:pt x="364796" y="242704"/>
                  </a:lnTo>
                  <a:close/>
                  <a:moveTo>
                    <a:pt x="304120" y="242704"/>
                  </a:moveTo>
                  <a:lnTo>
                    <a:pt x="248501" y="242704"/>
                  </a:lnTo>
                  <a:lnTo>
                    <a:pt x="248501" y="187084"/>
                  </a:lnTo>
                  <a:lnTo>
                    <a:pt x="304120" y="187084"/>
                  </a:lnTo>
                  <a:lnTo>
                    <a:pt x="304120" y="242704"/>
                  </a:lnTo>
                  <a:close/>
                  <a:moveTo>
                    <a:pt x="304120" y="247760"/>
                  </a:moveTo>
                  <a:lnTo>
                    <a:pt x="304120" y="303380"/>
                  </a:lnTo>
                  <a:lnTo>
                    <a:pt x="248501" y="303380"/>
                  </a:lnTo>
                  <a:lnTo>
                    <a:pt x="248501" y="247760"/>
                  </a:lnTo>
                  <a:lnTo>
                    <a:pt x="304120" y="247760"/>
                  </a:lnTo>
                  <a:close/>
                  <a:moveTo>
                    <a:pt x="243444" y="303380"/>
                  </a:moveTo>
                  <a:lnTo>
                    <a:pt x="187825" y="303380"/>
                  </a:lnTo>
                  <a:lnTo>
                    <a:pt x="187825" y="247760"/>
                  </a:lnTo>
                  <a:lnTo>
                    <a:pt x="243444" y="247760"/>
                  </a:lnTo>
                  <a:lnTo>
                    <a:pt x="243444" y="303380"/>
                  </a:lnTo>
                  <a:close/>
                  <a:moveTo>
                    <a:pt x="243444" y="308436"/>
                  </a:moveTo>
                  <a:lnTo>
                    <a:pt x="243444" y="364056"/>
                  </a:lnTo>
                  <a:lnTo>
                    <a:pt x="187825" y="364056"/>
                  </a:lnTo>
                  <a:lnTo>
                    <a:pt x="187825" y="308436"/>
                  </a:lnTo>
                  <a:lnTo>
                    <a:pt x="243444" y="308436"/>
                  </a:lnTo>
                  <a:close/>
                  <a:moveTo>
                    <a:pt x="243444" y="369112"/>
                  </a:moveTo>
                  <a:lnTo>
                    <a:pt x="243444" y="424732"/>
                  </a:lnTo>
                  <a:lnTo>
                    <a:pt x="187825" y="424732"/>
                  </a:lnTo>
                  <a:lnTo>
                    <a:pt x="187825" y="369112"/>
                  </a:lnTo>
                  <a:lnTo>
                    <a:pt x="243444" y="369112"/>
                  </a:lnTo>
                  <a:close/>
                  <a:moveTo>
                    <a:pt x="243444" y="429788"/>
                  </a:moveTo>
                  <a:lnTo>
                    <a:pt x="243444" y="485408"/>
                  </a:lnTo>
                  <a:lnTo>
                    <a:pt x="187825" y="485408"/>
                  </a:lnTo>
                  <a:lnTo>
                    <a:pt x="187825" y="429788"/>
                  </a:lnTo>
                  <a:lnTo>
                    <a:pt x="243444" y="429788"/>
                  </a:lnTo>
                  <a:close/>
                  <a:moveTo>
                    <a:pt x="243444" y="490464"/>
                  </a:moveTo>
                  <a:lnTo>
                    <a:pt x="243444" y="546084"/>
                  </a:lnTo>
                  <a:lnTo>
                    <a:pt x="187825" y="546084"/>
                  </a:lnTo>
                  <a:lnTo>
                    <a:pt x="187825" y="490464"/>
                  </a:lnTo>
                  <a:lnTo>
                    <a:pt x="243444" y="490464"/>
                  </a:lnTo>
                  <a:close/>
                  <a:moveTo>
                    <a:pt x="243444" y="551141"/>
                  </a:moveTo>
                  <a:lnTo>
                    <a:pt x="243444" y="606760"/>
                  </a:lnTo>
                  <a:lnTo>
                    <a:pt x="187825" y="606760"/>
                  </a:lnTo>
                  <a:lnTo>
                    <a:pt x="187825" y="551141"/>
                  </a:lnTo>
                  <a:lnTo>
                    <a:pt x="243444" y="551141"/>
                  </a:lnTo>
                  <a:close/>
                  <a:moveTo>
                    <a:pt x="243444" y="611817"/>
                  </a:moveTo>
                  <a:lnTo>
                    <a:pt x="243444" y="667436"/>
                  </a:lnTo>
                  <a:lnTo>
                    <a:pt x="187825" y="667436"/>
                  </a:lnTo>
                  <a:lnTo>
                    <a:pt x="187825" y="611817"/>
                  </a:lnTo>
                  <a:lnTo>
                    <a:pt x="243444" y="611817"/>
                  </a:lnTo>
                  <a:close/>
                  <a:moveTo>
                    <a:pt x="243444" y="672493"/>
                  </a:moveTo>
                  <a:lnTo>
                    <a:pt x="243444" y="728112"/>
                  </a:lnTo>
                  <a:lnTo>
                    <a:pt x="187825" y="728112"/>
                  </a:lnTo>
                  <a:lnTo>
                    <a:pt x="187825" y="672493"/>
                  </a:lnTo>
                  <a:lnTo>
                    <a:pt x="243444" y="672493"/>
                  </a:lnTo>
                  <a:close/>
                  <a:moveTo>
                    <a:pt x="243444" y="733169"/>
                  </a:moveTo>
                  <a:lnTo>
                    <a:pt x="243444" y="788788"/>
                  </a:lnTo>
                  <a:lnTo>
                    <a:pt x="187825" y="788788"/>
                  </a:lnTo>
                  <a:lnTo>
                    <a:pt x="187825" y="733169"/>
                  </a:lnTo>
                  <a:lnTo>
                    <a:pt x="243444" y="733169"/>
                  </a:lnTo>
                  <a:close/>
                  <a:moveTo>
                    <a:pt x="243444" y="793845"/>
                  </a:moveTo>
                  <a:lnTo>
                    <a:pt x="243444" y="849464"/>
                  </a:lnTo>
                  <a:lnTo>
                    <a:pt x="187825" y="849464"/>
                  </a:lnTo>
                  <a:lnTo>
                    <a:pt x="187825" y="793845"/>
                  </a:lnTo>
                  <a:lnTo>
                    <a:pt x="243444" y="793845"/>
                  </a:lnTo>
                  <a:close/>
                  <a:moveTo>
                    <a:pt x="243444" y="854521"/>
                  </a:moveTo>
                  <a:lnTo>
                    <a:pt x="243444" y="910140"/>
                  </a:lnTo>
                  <a:lnTo>
                    <a:pt x="187825" y="910140"/>
                  </a:lnTo>
                  <a:lnTo>
                    <a:pt x="187825" y="854521"/>
                  </a:lnTo>
                  <a:lnTo>
                    <a:pt x="243444" y="854521"/>
                  </a:lnTo>
                  <a:close/>
                  <a:moveTo>
                    <a:pt x="243444" y="915197"/>
                  </a:moveTo>
                  <a:lnTo>
                    <a:pt x="243444" y="970816"/>
                  </a:lnTo>
                  <a:lnTo>
                    <a:pt x="187825" y="970816"/>
                  </a:lnTo>
                  <a:lnTo>
                    <a:pt x="187825" y="915197"/>
                  </a:lnTo>
                  <a:lnTo>
                    <a:pt x="243444" y="915197"/>
                  </a:lnTo>
                  <a:close/>
                  <a:moveTo>
                    <a:pt x="243444" y="975873"/>
                  </a:moveTo>
                  <a:lnTo>
                    <a:pt x="243444" y="1031492"/>
                  </a:lnTo>
                  <a:lnTo>
                    <a:pt x="187825" y="1031492"/>
                  </a:lnTo>
                  <a:lnTo>
                    <a:pt x="187825" y="975873"/>
                  </a:lnTo>
                  <a:lnTo>
                    <a:pt x="243444" y="975873"/>
                  </a:lnTo>
                  <a:close/>
                  <a:moveTo>
                    <a:pt x="243444" y="1036549"/>
                  </a:moveTo>
                  <a:lnTo>
                    <a:pt x="243444" y="1092168"/>
                  </a:lnTo>
                  <a:lnTo>
                    <a:pt x="187825" y="1092168"/>
                  </a:lnTo>
                  <a:lnTo>
                    <a:pt x="187825" y="1036549"/>
                  </a:lnTo>
                  <a:lnTo>
                    <a:pt x="243444" y="1036549"/>
                  </a:lnTo>
                  <a:close/>
                  <a:moveTo>
                    <a:pt x="248501" y="1036549"/>
                  </a:moveTo>
                  <a:lnTo>
                    <a:pt x="304120" y="1036549"/>
                  </a:lnTo>
                  <a:lnTo>
                    <a:pt x="304120" y="1092168"/>
                  </a:lnTo>
                  <a:lnTo>
                    <a:pt x="248501" y="1092168"/>
                  </a:lnTo>
                  <a:lnTo>
                    <a:pt x="248501" y="1036549"/>
                  </a:lnTo>
                  <a:close/>
                  <a:moveTo>
                    <a:pt x="304120" y="1097225"/>
                  </a:moveTo>
                  <a:lnTo>
                    <a:pt x="304120" y="1152844"/>
                  </a:lnTo>
                  <a:lnTo>
                    <a:pt x="248501" y="1152844"/>
                  </a:lnTo>
                  <a:lnTo>
                    <a:pt x="248501" y="1097225"/>
                  </a:lnTo>
                  <a:lnTo>
                    <a:pt x="304120" y="1097225"/>
                  </a:lnTo>
                  <a:close/>
                  <a:moveTo>
                    <a:pt x="309177" y="1097225"/>
                  </a:moveTo>
                  <a:lnTo>
                    <a:pt x="364796" y="1097225"/>
                  </a:lnTo>
                  <a:lnTo>
                    <a:pt x="364796" y="1152844"/>
                  </a:lnTo>
                  <a:lnTo>
                    <a:pt x="309177" y="1152844"/>
                  </a:lnTo>
                  <a:lnTo>
                    <a:pt x="309177" y="1097225"/>
                  </a:lnTo>
                  <a:close/>
                  <a:moveTo>
                    <a:pt x="369853" y="1097225"/>
                  </a:moveTo>
                  <a:lnTo>
                    <a:pt x="425472" y="1097225"/>
                  </a:lnTo>
                  <a:lnTo>
                    <a:pt x="425472" y="1152844"/>
                  </a:lnTo>
                  <a:lnTo>
                    <a:pt x="369853" y="1152844"/>
                  </a:lnTo>
                  <a:lnTo>
                    <a:pt x="369853" y="1097225"/>
                  </a:lnTo>
                  <a:close/>
                  <a:moveTo>
                    <a:pt x="430529" y="1097225"/>
                  </a:moveTo>
                  <a:lnTo>
                    <a:pt x="486148" y="1097225"/>
                  </a:lnTo>
                  <a:lnTo>
                    <a:pt x="486148" y="1152844"/>
                  </a:lnTo>
                  <a:lnTo>
                    <a:pt x="430529" y="1152844"/>
                  </a:lnTo>
                  <a:lnTo>
                    <a:pt x="430529" y="1097225"/>
                  </a:lnTo>
                  <a:close/>
                  <a:moveTo>
                    <a:pt x="491205" y="1097225"/>
                  </a:moveTo>
                  <a:lnTo>
                    <a:pt x="546824" y="1097225"/>
                  </a:lnTo>
                  <a:lnTo>
                    <a:pt x="546824" y="1152844"/>
                  </a:lnTo>
                  <a:lnTo>
                    <a:pt x="491205" y="1152844"/>
                  </a:lnTo>
                  <a:lnTo>
                    <a:pt x="491205" y="1097225"/>
                  </a:lnTo>
                  <a:close/>
                  <a:moveTo>
                    <a:pt x="551881" y="1097225"/>
                  </a:moveTo>
                  <a:lnTo>
                    <a:pt x="607500" y="1097225"/>
                  </a:lnTo>
                  <a:lnTo>
                    <a:pt x="607500" y="1152844"/>
                  </a:lnTo>
                  <a:lnTo>
                    <a:pt x="551881" y="1152844"/>
                  </a:lnTo>
                  <a:lnTo>
                    <a:pt x="551881" y="1097225"/>
                  </a:lnTo>
                  <a:close/>
                  <a:moveTo>
                    <a:pt x="612557" y="1097225"/>
                  </a:moveTo>
                  <a:lnTo>
                    <a:pt x="668177" y="1097225"/>
                  </a:lnTo>
                  <a:lnTo>
                    <a:pt x="668177" y="1152844"/>
                  </a:lnTo>
                  <a:lnTo>
                    <a:pt x="612557" y="1152844"/>
                  </a:lnTo>
                  <a:lnTo>
                    <a:pt x="612557" y="1097225"/>
                  </a:lnTo>
                  <a:close/>
                  <a:moveTo>
                    <a:pt x="673233" y="1097225"/>
                  </a:moveTo>
                  <a:lnTo>
                    <a:pt x="728853" y="1097225"/>
                  </a:lnTo>
                  <a:lnTo>
                    <a:pt x="728853" y="1152844"/>
                  </a:lnTo>
                  <a:lnTo>
                    <a:pt x="673233" y="1152844"/>
                  </a:lnTo>
                  <a:lnTo>
                    <a:pt x="673233" y="1097225"/>
                  </a:lnTo>
                  <a:close/>
                  <a:moveTo>
                    <a:pt x="733909" y="1097225"/>
                  </a:moveTo>
                  <a:lnTo>
                    <a:pt x="789529" y="1097225"/>
                  </a:lnTo>
                  <a:lnTo>
                    <a:pt x="789529" y="1152844"/>
                  </a:lnTo>
                  <a:lnTo>
                    <a:pt x="733909" y="1152844"/>
                  </a:lnTo>
                  <a:lnTo>
                    <a:pt x="733909" y="1097225"/>
                  </a:lnTo>
                  <a:close/>
                  <a:moveTo>
                    <a:pt x="733909" y="1092168"/>
                  </a:moveTo>
                  <a:lnTo>
                    <a:pt x="733909" y="1036549"/>
                  </a:lnTo>
                  <a:lnTo>
                    <a:pt x="789529" y="1036549"/>
                  </a:lnTo>
                  <a:lnTo>
                    <a:pt x="789529" y="1092168"/>
                  </a:lnTo>
                  <a:lnTo>
                    <a:pt x="733909" y="1092168"/>
                  </a:lnTo>
                  <a:close/>
                  <a:moveTo>
                    <a:pt x="794585" y="1036549"/>
                  </a:moveTo>
                  <a:lnTo>
                    <a:pt x="850205" y="1036549"/>
                  </a:lnTo>
                  <a:lnTo>
                    <a:pt x="850205" y="1092168"/>
                  </a:lnTo>
                  <a:lnTo>
                    <a:pt x="794585" y="1092168"/>
                  </a:lnTo>
                  <a:lnTo>
                    <a:pt x="794585" y="1036549"/>
                  </a:lnTo>
                  <a:close/>
                  <a:moveTo>
                    <a:pt x="794585" y="1031492"/>
                  </a:moveTo>
                  <a:lnTo>
                    <a:pt x="794585" y="975873"/>
                  </a:lnTo>
                  <a:lnTo>
                    <a:pt x="850205" y="975873"/>
                  </a:lnTo>
                  <a:lnTo>
                    <a:pt x="850205" y="1031492"/>
                  </a:lnTo>
                  <a:lnTo>
                    <a:pt x="794585" y="1031492"/>
                  </a:lnTo>
                  <a:close/>
                  <a:moveTo>
                    <a:pt x="794585" y="970816"/>
                  </a:moveTo>
                  <a:lnTo>
                    <a:pt x="794585" y="915197"/>
                  </a:lnTo>
                  <a:lnTo>
                    <a:pt x="850205" y="915197"/>
                  </a:lnTo>
                  <a:lnTo>
                    <a:pt x="850205" y="970816"/>
                  </a:lnTo>
                  <a:lnTo>
                    <a:pt x="794585" y="970816"/>
                  </a:lnTo>
                  <a:close/>
                  <a:moveTo>
                    <a:pt x="794585" y="910140"/>
                  </a:moveTo>
                  <a:lnTo>
                    <a:pt x="794585" y="854521"/>
                  </a:lnTo>
                  <a:lnTo>
                    <a:pt x="850205" y="854521"/>
                  </a:lnTo>
                  <a:lnTo>
                    <a:pt x="850205" y="910140"/>
                  </a:lnTo>
                  <a:lnTo>
                    <a:pt x="794585" y="910140"/>
                  </a:lnTo>
                  <a:close/>
                  <a:moveTo>
                    <a:pt x="794585" y="849464"/>
                  </a:moveTo>
                  <a:lnTo>
                    <a:pt x="794585" y="793845"/>
                  </a:lnTo>
                  <a:lnTo>
                    <a:pt x="850205" y="793845"/>
                  </a:lnTo>
                  <a:lnTo>
                    <a:pt x="850205" y="849464"/>
                  </a:lnTo>
                  <a:lnTo>
                    <a:pt x="794585" y="849464"/>
                  </a:lnTo>
                  <a:close/>
                  <a:moveTo>
                    <a:pt x="794585" y="788788"/>
                  </a:moveTo>
                  <a:lnTo>
                    <a:pt x="794585" y="733169"/>
                  </a:lnTo>
                  <a:lnTo>
                    <a:pt x="850205" y="733169"/>
                  </a:lnTo>
                  <a:lnTo>
                    <a:pt x="850205" y="788788"/>
                  </a:lnTo>
                  <a:lnTo>
                    <a:pt x="794585" y="788788"/>
                  </a:lnTo>
                  <a:close/>
                  <a:moveTo>
                    <a:pt x="794585" y="728112"/>
                  </a:moveTo>
                  <a:lnTo>
                    <a:pt x="794585" y="672493"/>
                  </a:lnTo>
                  <a:lnTo>
                    <a:pt x="850205" y="672493"/>
                  </a:lnTo>
                  <a:lnTo>
                    <a:pt x="850205" y="728112"/>
                  </a:lnTo>
                  <a:lnTo>
                    <a:pt x="794585" y="728112"/>
                  </a:lnTo>
                  <a:close/>
                  <a:moveTo>
                    <a:pt x="794585" y="667436"/>
                  </a:moveTo>
                  <a:lnTo>
                    <a:pt x="794585" y="611817"/>
                  </a:lnTo>
                  <a:lnTo>
                    <a:pt x="850205" y="611817"/>
                  </a:lnTo>
                  <a:lnTo>
                    <a:pt x="850205" y="667436"/>
                  </a:lnTo>
                  <a:lnTo>
                    <a:pt x="794585" y="667436"/>
                  </a:lnTo>
                  <a:close/>
                  <a:moveTo>
                    <a:pt x="794585" y="606760"/>
                  </a:moveTo>
                  <a:lnTo>
                    <a:pt x="794585" y="551141"/>
                  </a:lnTo>
                  <a:lnTo>
                    <a:pt x="850205" y="551141"/>
                  </a:lnTo>
                  <a:lnTo>
                    <a:pt x="850205" y="606760"/>
                  </a:lnTo>
                  <a:lnTo>
                    <a:pt x="794585" y="606760"/>
                  </a:lnTo>
                  <a:close/>
                  <a:moveTo>
                    <a:pt x="794585" y="546084"/>
                  </a:moveTo>
                  <a:lnTo>
                    <a:pt x="794585" y="490464"/>
                  </a:lnTo>
                  <a:lnTo>
                    <a:pt x="850205" y="490464"/>
                  </a:lnTo>
                  <a:lnTo>
                    <a:pt x="850205" y="546084"/>
                  </a:lnTo>
                  <a:lnTo>
                    <a:pt x="794585" y="546084"/>
                  </a:lnTo>
                  <a:close/>
                  <a:moveTo>
                    <a:pt x="794585" y="485408"/>
                  </a:moveTo>
                  <a:lnTo>
                    <a:pt x="794585" y="429788"/>
                  </a:lnTo>
                  <a:lnTo>
                    <a:pt x="850205" y="429788"/>
                  </a:lnTo>
                  <a:lnTo>
                    <a:pt x="850205" y="485408"/>
                  </a:lnTo>
                  <a:lnTo>
                    <a:pt x="794585" y="485408"/>
                  </a:lnTo>
                  <a:close/>
                  <a:moveTo>
                    <a:pt x="794585" y="424732"/>
                  </a:moveTo>
                  <a:lnTo>
                    <a:pt x="794585" y="369112"/>
                  </a:lnTo>
                  <a:lnTo>
                    <a:pt x="850205" y="369112"/>
                  </a:lnTo>
                  <a:lnTo>
                    <a:pt x="850205" y="424732"/>
                  </a:lnTo>
                  <a:lnTo>
                    <a:pt x="794585" y="424732"/>
                  </a:lnTo>
                  <a:close/>
                  <a:moveTo>
                    <a:pt x="794585" y="364056"/>
                  </a:moveTo>
                  <a:lnTo>
                    <a:pt x="794585" y="308436"/>
                  </a:lnTo>
                  <a:lnTo>
                    <a:pt x="850205" y="308436"/>
                  </a:lnTo>
                  <a:lnTo>
                    <a:pt x="850205" y="364056"/>
                  </a:lnTo>
                  <a:lnTo>
                    <a:pt x="794585" y="364056"/>
                  </a:lnTo>
                  <a:close/>
                  <a:moveTo>
                    <a:pt x="794585" y="303380"/>
                  </a:moveTo>
                  <a:lnTo>
                    <a:pt x="794585" y="247760"/>
                  </a:lnTo>
                  <a:lnTo>
                    <a:pt x="850205" y="247760"/>
                  </a:lnTo>
                  <a:lnTo>
                    <a:pt x="850205" y="303380"/>
                  </a:lnTo>
                  <a:lnTo>
                    <a:pt x="794585" y="303380"/>
                  </a:lnTo>
                  <a:close/>
                  <a:moveTo>
                    <a:pt x="794585" y="242704"/>
                  </a:moveTo>
                  <a:lnTo>
                    <a:pt x="794585" y="187084"/>
                  </a:lnTo>
                  <a:lnTo>
                    <a:pt x="850205" y="187084"/>
                  </a:lnTo>
                  <a:lnTo>
                    <a:pt x="850205" y="242704"/>
                  </a:lnTo>
                  <a:lnTo>
                    <a:pt x="794585" y="242704"/>
                  </a:lnTo>
                  <a:close/>
                  <a:moveTo>
                    <a:pt x="794585" y="182028"/>
                  </a:moveTo>
                  <a:lnTo>
                    <a:pt x="794585" y="126408"/>
                  </a:lnTo>
                  <a:lnTo>
                    <a:pt x="850205" y="126408"/>
                  </a:lnTo>
                  <a:lnTo>
                    <a:pt x="850205" y="182028"/>
                  </a:lnTo>
                  <a:lnTo>
                    <a:pt x="794585" y="182028"/>
                  </a:lnTo>
                  <a:close/>
                  <a:moveTo>
                    <a:pt x="789529" y="182028"/>
                  </a:moveTo>
                  <a:lnTo>
                    <a:pt x="733909" y="182028"/>
                  </a:lnTo>
                  <a:lnTo>
                    <a:pt x="733909" y="126408"/>
                  </a:lnTo>
                  <a:lnTo>
                    <a:pt x="789529" y="126408"/>
                  </a:lnTo>
                  <a:lnTo>
                    <a:pt x="789529" y="182028"/>
                  </a:lnTo>
                  <a:close/>
                  <a:moveTo>
                    <a:pt x="728853" y="182028"/>
                  </a:moveTo>
                  <a:lnTo>
                    <a:pt x="673233" y="182028"/>
                  </a:lnTo>
                  <a:lnTo>
                    <a:pt x="673233" y="126408"/>
                  </a:lnTo>
                  <a:lnTo>
                    <a:pt x="728853" y="126408"/>
                  </a:lnTo>
                  <a:lnTo>
                    <a:pt x="728853" y="182028"/>
                  </a:lnTo>
                  <a:close/>
                  <a:moveTo>
                    <a:pt x="668177" y="182028"/>
                  </a:moveTo>
                  <a:lnTo>
                    <a:pt x="612557" y="182028"/>
                  </a:lnTo>
                  <a:lnTo>
                    <a:pt x="612557" y="126408"/>
                  </a:lnTo>
                  <a:lnTo>
                    <a:pt x="668177" y="126408"/>
                  </a:lnTo>
                  <a:lnTo>
                    <a:pt x="668177" y="182028"/>
                  </a:lnTo>
                  <a:close/>
                  <a:moveTo>
                    <a:pt x="607500" y="182028"/>
                  </a:moveTo>
                  <a:lnTo>
                    <a:pt x="551881" y="182028"/>
                  </a:lnTo>
                  <a:lnTo>
                    <a:pt x="551881" y="126408"/>
                  </a:lnTo>
                  <a:lnTo>
                    <a:pt x="607500" y="126408"/>
                  </a:lnTo>
                  <a:lnTo>
                    <a:pt x="607500" y="182028"/>
                  </a:lnTo>
                  <a:close/>
                  <a:moveTo>
                    <a:pt x="546824" y="182028"/>
                  </a:moveTo>
                  <a:lnTo>
                    <a:pt x="491205" y="182028"/>
                  </a:lnTo>
                  <a:lnTo>
                    <a:pt x="491205" y="126408"/>
                  </a:lnTo>
                  <a:lnTo>
                    <a:pt x="546824" y="126408"/>
                  </a:lnTo>
                  <a:lnTo>
                    <a:pt x="546824" y="182028"/>
                  </a:lnTo>
                  <a:close/>
                  <a:moveTo>
                    <a:pt x="486148" y="182028"/>
                  </a:moveTo>
                  <a:lnTo>
                    <a:pt x="430529" y="182028"/>
                  </a:lnTo>
                  <a:lnTo>
                    <a:pt x="430529" y="126408"/>
                  </a:lnTo>
                  <a:lnTo>
                    <a:pt x="486148" y="126408"/>
                  </a:lnTo>
                  <a:lnTo>
                    <a:pt x="486148" y="182028"/>
                  </a:lnTo>
                  <a:close/>
                  <a:moveTo>
                    <a:pt x="425472" y="182028"/>
                  </a:moveTo>
                  <a:lnTo>
                    <a:pt x="369853" y="182028"/>
                  </a:lnTo>
                  <a:lnTo>
                    <a:pt x="369853" y="126408"/>
                  </a:lnTo>
                  <a:lnTo>
                    <a:pt x="425472" y="126408"/>
                  </a:lnTo>
                  <a:lnTo>
                    <a:pt x="425472" y="182028"/>
                  </a:lnTo>
                  <a:close/>
                  <a:moveTo>
                    <a:pt x="364796" y="182028"/>
                  </a:moveTo>
                  <a:lnTo>
                    <a:pt x="309177" y="182028"/>
                  </a:lnTo>
                  <a:lnTo>
                    <a:pt x="309177" y="126408"/>
                  </a:lnTo>
                  <a:lnTo>
                    <a:pt x="364796" y="126408"/>
                  </a:lnTo>
                  <a:lnTo>
                    <a:pt x="364796" y="182028"/>
                  </a:lnTo>
                  <a:close/>
                  <a:moveTo>
                    <a:pt x="304120" y="182028"/>
                  </a:moveTo>
                  <a:lnTo>
                    <a:pt x="248501" y="182028"/>
                  </a:lnTo>
                  <a:lnTo>
                    <a:pt x="248501" y="126408"/>
                  </a:lnTo>
                  <a:lnTo>
                    <a:pt x="304120" y="126408"/>
                  </a:lnTo>
                  <a:lnTo>
                    <a:pt x="304120" y="182028"/>
                  </a:lnTo>
                  <a:close/>
                  <a:moveTo>
                    <a:pt x="243444" y="182028"/>
                  </a:moveTo>
                  <a:lnTo>
                    <a:pt x="187825" y="182028"/>
                  </a:lnTo>
                  <a:lnTo>
                    <a:pt x="187825" y="126408"/>
                  </a:lnTo>
                  <a:lnTo>
                    <a:pt x="243444" y="126408"/>
                  </a:lnTo>
                  <a:lnTo>
                    <a:pt x="243444" y="182028"/>
                  </a:lnTo>
                  <a:close/>
                  <a:moveTo>
                    <a:pt x="243444" y="187084"/>
                  </a:moveTo>
                  <a:lnTo>
                    <a:pt x="243444" y="242704"/>
                  </a:lnTo>
                  <a:lnTo>
                    <a:pt x="187825" y="242704"/>
                  </a:lnTo>
                  <a:lnTo>
                    <a:pt x="187825" y="187084"/>
                  </a:lnTo>
                  <a:lnTo>
                    <a:pt x="243444" y="187084"/>
                  </a:lnTo>
                  <a:close/>
                  <a:moveTo>
                    <a:pt x="182768" y="242704"/>
                  </a:moveTo>
                  <a:lnTo>
                    <a:pt x="127149" y="242704"/>
                  </a:lnTo>
                  <a:lnTo>
                    <a:pt x="127149" y="187084"/>
                  </a:lnTo>
                  <a:lnTo>
                    <a:pt x="182768" y="187084"/>
                  </a:lnTo>
                  <a:lnTo>
                    <a:pt x="182768" y="242704"/>
                  </a:lnTo>
                  <a:close/>
                  <a:moveTo>
                    <a:pt x="182768" y="247760"/>
                  </a:moveTo>
                  <a:lnTo>
                    <a:pt x="182768" y="303380"/>
                  </a:lnTo>
                  <a:lnTo>
                    <a:pt x="127149" y="303380"/>
                  </a:lnTo>
                  <a:lnTo>
                    <a:pt x="127149" y="247760"/>
                  </a:lnTo>
                  <a:lnTo>
                    <a:pt x="182768" y="247760"/>
                  </a:lnTo>
                  <a:close/>
                  <a:moveTo>
                    <a:pt x="182768" y="308436"/>
                  </a:moveTo>
                  <a:lnTo>
                    <a:pt x="182768" y="364056"/>
                  </a:lnTo>
                  <a:lnTo>
                    <a:pt x="127149" y="364056"/>
                  </a:lnTo>
                  <a:lnTo>
                    <a:pt x="127149" y="308436"/>
                  </a:lnTo>
                  <a:lnTo>
                    <a:pt x="182768" y="308436"/>
                  </a:lnTo>
                  <a:close/>
                  <a:moveTo>
                    <a:pt x="182768" y="369112"/>
                  </a:moveTo>
                  <a:lnTo>
                    <a:pt x="182768" y="424732"/>
                  </a:lnTo>
                  <a:lnTo>
                    <a:pt x="127149" y="424732"/>
                  </a:lnTo>
                  <a:lnTo>
                    <a:pt x="127149" y="369112"/>
                  </a:lnTo>
                  <a:lnTo>
                    <a:pt x="182768" y="369112"/>
                  </a:lnTo>
                  <a:close/>
                  <a:moveTo>
                    <a:pt x="182768" y="429788"/>
                  </a:moveTo>
                  <a:lnTo>
                    <a:pt x="182768" y="485408"/>
                  </a:lnTo>
                  <a:lnTo>
                    <a:pt x="127149" y="485408"/>
                  </a:lnTo>
                  <a:lnTo>
                    <a:pt x="127149" y="429788"/>
                  </a:lnTo>
                  <a:lnTo>
                    <a:pt x="182768" y="429788"/>
                  </a:lnTo>
                  <a:close/>
                  <a:moveTo>
                    <a:pt x="182768" y="490464"/>
                  </a:moveTo>
                  <a:lnTo>
                    <a:pt x="182768" y="546084"/>
                  </a:lnTo>
                  <a:lnTo>
                    <a:pt x="127149" y="546084"/>
                  </a:lnTo>
                  <a:lnTo>
                    <a:pt x="127149" y="490464"/>
                  </a:lnTo>
                  <a:lnTo>
                    <a:pt x="182768" y="490464"/>
                  </a:lnTo>
                  <a:close/>
                  <a:moveTo>
                    <a:pt x="182768" y="551141"/>
                  </a:moveTo>
                  <a:lnTo>
                    <a:pt x="182768" y="606760"/>
                  </a:lnTo>
                  <a:lnTo>
                    <a:pt x="127149" y="606760"/>
                  </a:lnTo>
                  <a:lnTo>
                    <a:pt x="127149" y="551141"/>
                  </a:lnTo>
                  <a:lnTo>
                    <a:pt x="182768" y="551141"/>
                  </a:lnTo>
                  <a:close/>
                  <a:moveTo>
                    <a:pt x="182768" y="611817"/>
                  </a:moveTo>
                  <a:lnTo>
                    <a:pt x="182768" y="667436"/>
                  </a:lnTo>
                  <a:lnTo>
                    <a:pt x="127149" y="667436"/>
                  </a:lnTo>
                  <a:lnTo>
                    <a:pt x="127149" y="611817"/>
                  </a:lnTo>
                  <a:lnTo>
                    <a:pt x="182768" y="611817"/>
                  </a:lnTo>
                  <a:close/>
                  <a:moveTo>
                    <a:pt x="182768" y="672493"/>
                  </a:moveTo>
                  <a:lnTo>
                    <a:pt x="182768" y="728112"/>
                  </a:lnTo>
                  <a:lnTo>
                    <a:pt x="127149" y="728112"/>
                  </a:lnTo>
                  <a:lnTo>
                    <a:pt x="127149" y="672493"/>
                  </a:lnTo>
                  <a:lnTo>
                    <a:pt x="182768" y="672493"/>
                  </a:lnTo>
                  <a:close/>
                  <a:moveTo>
                    <a:pt x="182768" y="733169"/>
                  </a:moveTo>
                  <a:lnTo>
                    <a:pt x="182768" y="788788"/>
                  </a:lnTo>
                  <a:lnTo>
                    <a:pt x="127149" y="788788"/>
                  </a:lnTo>
                  <a:lnTo>
                    <a:pt x="127149" y="733169"/>
                  </a:lnTo>
                  <a:lnTo>
                    <a:pt x="182768" y="733169"/>
                  </a:lnTo>
                  <a:close/>
                  <a:moveTo>
                    <a:pt x="182768" y="793845"/>
                  </a:moveTo>
                  <a:lnTo>
                    <a:pt x="182768" y="849464"/>
                  </a:lnTo>
                  <a:lnTo>
                    <a:pt x="127149" y="849464"/>
                  </a:lnTo>
                  <a:lnTo>
                    <a:pt x="127149" y="793845"/>
                  </a:lnTo>
                  <a:lnTo>
                    <a:pt x="182768" y="793845"/>
                  </a:lnTo>
                  <a:close/>
                  <a:moveTo>
                    <a:pt x="182768" y="854521"/>
                  </a:moveTo>
                  <a:lnTo>
                    <a:pt x="182768" y="910140"/>
                  </a:lnTo>
                  <a:lnTo>
                    <a:pt x="127149" y="910140"/>
                  </a:lnTo>
                  <a:lnTo>
                    <a:pt x="127149" y="854521"/>
                  </a:lnTo>
                  <a:lnTo>
                    <a:pt x="182768" y="854521"/>
                  </a:lnTo>
                  <a:close/>
                  <a:moveTo>
                    <a:pt x="182768" y="915197"/>
                  </a:moveTo>
                  <a:lnTo>
                    <a:pt x="182768" y="970816"/>
                  </a:lnTo>
                  <a:lnTo>
                    <a:pt x="127149" y="970816"/>
                  </a:lnTo>
                  <a:lnTo>
                    <a:pt x="127149" y="915197"/>
                  </a:lnTo>
                  <a:lnTo>
                    <a:pt x="182768" y="915197"/>
                  </a:lnTo>
                  <a:close/>
                  <a:moveTo>
                    <a:pt x="182768" y="975873"/>
                  </a:moveTo>
                  <a:lnTo>
                    <a:pt x="182768" y="1031492"/>
                  </a:lnTo>
                  <a:lnTo>
                    <a:pt x="127149" y="1031492"/>
                  </a:lnTo>
                  <a:lnTo>
                    <a:pt x="127149" y="975873"/>
                  </a:lnTo>
                  <a:lnTo>
                    <a:pt x="182768" y="975873"/>
                  </a:lnTo>
                  <a:close/>
                  <a:moveTo>
                    <a:pt x="182768" y="1036549"/>
                  </a:moveTo>
                  <a:lnTo>
                    <a:pt x="182768" y="1092168"/>
                  </a:lnTo>
                  <a:lnTo>
                    <a:pt x="127149" y="1092168"/>
                  </a:lnTo>
                  <a:lnTo>
                    <a:pt x="127149" y="1036549"/>
                  </a:lnTo>
                  <a:lnTo>
                    <a:pt x="182768" y="1036549"/>
                  </a:lnTo>
                  <a:close/>
                  <a:moveTo>
                    <a:pt x="182768" y="1097225"/>
                  </a:moveTo>
                  <a:lnTo>
                    <a:pt x="182768" y="1152844"/>
                  </a:lnTo>
                  <a:lnTo>
                    <a:pt x="127149" y="1152844"/>
                  </a:lnTo>
                  <a:lnTo>
                    <a:pt x="127149" y="1097225"/>
                  </a:lnTo>
                  <a:lnTo>
                    <a:pt x="182768" y="1097225"/>
                  </a:lnTo>
                  <a:close/>
                  <a:moveTo>
                    <a:pt x="187825" y="1097225"/>
                  </a:moveTo>
                  <a:lnTo>
                    <a:pt x="243444" y="1097225"/>
                  </a:lnTo>
                  <a:lnTo>
                    <a:pt x="243444" y="1152844"/>
                  </a:lnTo>
                  <a:lnTo>
                    <a:pt x="187825" y="1152844"/>
                  </a:lnTo>
                  <a:lnTo>
                    <a:pt x="187825" y="1097225"/>
                  </a:lnTo>
                  <a:close/>
                  <a:moveTo>
                    <a:pt x="243444" y="1157901"/>
                  </a:moveTo>
                  <a:lnTo>
                    <a:pt x="243444" y="1213520"/>
                  </a:lnTo>
                  <a:lnTo>
                    <a:pt x="187825" y="1213520"/>
                  </a:lnTo>
                  <a:lnTo>
                    <a:pt x="187825" y="1157901"/>
                  </a:lnTo>
                  <a:lnTo>
                    <a:pt x="243444" y="1157901"/>
                  </a:lnTo>
                  <a:close/>
                  <a:moveTo>
                    <a:pt x="248501" y="1157901"/>
                  </a:moveTo>
                  <a:lnTo>
                    <a:pt x="304120" y="1157901"/>
                  </a:lnTo>
                  <a:lnTo>
                    <a:pt x="304120" y="1213520"/>
                  </a:lnTo>
                  <a:lnTo>
                    <a:pt x="248501" y="1213520"/>
                  </a:lnTo>
                  <a:lnTo>
                    <a:pt x="248501" y="1157901"/>
                  </a:lnTo>
                  <a:close/>
                  <a:moveTo>
                    <a:pt x="309177" y="1157901"/>
                  </a:moveTo>
                  <a:lnTo>
                    <a:pt x="364796" y="1157901"/>
                  </a:lnTo>
                  <a:lnTo>
                    <a:pt x="364796" y="1213520"/>
                  </a:lnTo>
                  <a:lnTo>
                    <a:pt x="309177" y="1213520"/>
                  </a:lnTo>
                  <a:lnTo>
                    <a:pt x="309177" y="1157901"/>
                  </a:lnTo>
                  <a:close/>
                  <a:moveTo>
                    <a:pt x="369853" y="1157901"/>
                  </a:moveTo>
                  <a:lnTo>
                    <a:pt x="425472" y="1157901"/>
                  </a:lnTo>
                  <a:lnTo>
                    <a:pt x="425472" y="1213520"/>
                  </a:lnTo>
                  <a:lnTo>
                    <a:pt x="369853" y="1213520"/>
                  </a:lnTo>
                  <a:lnTo>
                    <a:pt x="369853" y="1157901"/>
                  </a:lnTo>
                  <a:close/>
                  <a:moveTo>
                    <a:pt x="430529" y="1157901"/>
                  </a:moveTo>
                  <a:lnTo>
                    <a:pt x="486148" y="1157901"/>
                  </a:lnTo>
                  <a:lnTo>
                    <a:pt x="486148" y="1213520"/>
                  </a:lnTo>
                  <a:lnTo>
                    <a:pt x="430529" y="1213520"/>
                  </a:lnTo>
                  <a:lnTo>
                    <a:pt x="430529" y="1157901"/>
                  </a:lnTo>
                  <a:close/>
                  <a:moveTo>
                    <a:pt x="491205" y="1157901"/>
                  </a:moveTo>
                  <a:lnTo>
                    <a:pt x="546824" y="1157901"/>
                  </a:lnTo>
                  <a:lnTo>
                    <a:pt x="546824" y="1213520"/>
                  </a:lnTo>
                  <a:lnTo>
                    <a:pt x="491205" y="1213520"/>
                  </a:lnTo>
                  <a:lnTo>
                    <a:pt x="491205" y="1157901"/>
                  </a:lnTo>
                  <a:close/>
                  <a:moveTo>
                    <a:pt x="551881" y="1157901"/>
                  </a:moveTo>
                  <a:lnTo>
                    <a:pt x="607500" y="1157901"/>
                  </a:lnTo>
                  <a:lnTo>
                    <a:pt x="607500" y="1213520"/>
                  </a:lnTo>
                  <a:lnTo>
                    <a:pt x="551881" y="1213520"/>
                  </a:lnTo>
                  <a:lnTo>
                    <a:pt x="551881" y="1157901"/>
                  </a:lnTo>
                  <a:close/>
                  <a:moveTo>
                    <a:pt x="612557" y="1157901"/>
                  </a:moveTo>
                  <a:lnTo>
                    <a:pt x="668177" y="1157901"/>
                  </a:lnTo>
                  <a:lnTo>
                    <a:pt x="668177" y="1213520"/>
                  </a:lnTo>
                  <a:lnTo>
                    <a:pt x="612557" y="1213520"/>
                  </a:lnTo>
                  <a:lnTo>
                    <a:pt x="612557" y="1157901"/>
                  </a:lnTo>
                  <a:close/>
                  <a:moveTo>
                    <a:pt x="673233" y="1157901"/>
                  </a:moveTo>
                  <a:lnTo>
                    <a:pt x="728853" y="1157901"/>
                  </a:lnTo>
                  <a:lnTo>
                    <a:pt x="728853" y="1213520"/>
                  </a:lnTo>
                  <a:lnTo>
                    <a:pt x="673233" y="1213520"/>
                  </a:lnTo>
                  <a:lnTo>
                    <a:pt x="673233" y="1157901"/>
                  </a:lnTo>
                  <a:close/>
                  <a:moveTo>
                    <a:pt x="733909" y="1157901"/>
                  </a:moveTo>
                  <a:lnTo>
                    <a:pt x="789529" y="1157901"/>
                  </a:lnTo>
                  <a:lnTo>
                    <a:pt x="789529" y="1213520"/>
                  </a:lnTo>
                  <a:lnTo>
                    <a:pt x="733909" y="1213520"/>
                  </a:lnTo>
                  <a:lnTo>
                    <a:pt x="733909" y="1157901"/>
                  </a:lnTo>
                  <a:close/>
                  <a:moveTo>
                    <a:pt x="794585" y="1157901"/>
                  </a:moveTo>
                  <a:lnTo>
                    <a:pt x="850205" y="1157901"/>
                  </a:lnTo>
                  <a:lnTo>
                    <a:pt x="850205" y="1213520"/>
                  </a:lnTo>
                  <a:lnTo>
                    <a:pt x="794585" y="1213520"/>
                  </a:lnTo>
                  <a:lnTo>
                    <a:pt x="794585" y="1157901"/>
                  </a:lnTo>
                  <a:close/>
                  <a:moveTo>
                    <a:pt x="794585" y="1152844"/>
                  </a:moveTo>
                  <a:lnTo>
                    <a:pt x="794585" y="1097225"/>
                  </a:lnTo>
                  <a:lnTo>
                    <a:pt x="850205" y="1097225"/>
                  </a:lnTo>
                  <a:lnTo>
                    <a:pt x="850205" y="1152844"/>
                  </a:lnTo>
                  <a:lnTo>
                    <a:pt x="794585" y="1152844"/>
                  </a:lnTo>
                  <a:close/>
                  <a:moveTo>
                    <a:pt x="855261" y="1097225"/>
                  </a:moveTo>
                  <a:lnTo>
                    <a:pt x="910881" y="1097225"/>
                  </a:lnTo>
                  <a:lnTo>
                    <a:pt x="910881" y="1152844"/>
                  </a:lnTo>
                  <a:lnTo>
                    <a:pt x="855261" y="1152844"/>
                  </a:lnTo>
                  <a:lnTo>
                    <a:pt x="855261" y="1097225"/>
                  </a:lnTo>
                  <a:close/>
                  <a:moveTo>
                    <a:pt x="855261" y="1092168"/>
                  </a:moveTo>
                  <a:lnTo>
                    <a:pt x="855261" y="1036549"/>
                  </a:lnTo>
                  <a:lnTo>
                    <a:pt x="910881" y="1036549"/>
                  </a:lnTo>
                  <a:lnTo>
                    <a:pt x="910881" y="1092168"/>
                  </a:lnTo>
                  <a:lnTo>
                    <a:pt x="855261" y="1092168"/>
                  </a:lnTo>
                  <a:close/>
                  <a:moveTo>
                    <a:pt x="855261" y="1031492"/>
                  </a:moveTo>
                  <a:lnTo>
                    <a:pt x="855261" y="975873"/>
                  </a:lnTo>
                  <a:lnTo>
                    <a:pt x="910881" y="975873"/>
                  </a:lnTo>
                  <a:lnTo>
                    <a:pt x="910881" y="1031492"/>
                  </a:lnTo>
                  <a:lnTo>
                    <a:pt x="855261" y="1031492"/>
                  </a:lnTo>
                  <a:close/>
                  <a:moveTo>
                    <a:pt x="855261" y="970816"/>
                  </a:moveTo>
                  <a:lnTo>
                    <a:pt x="855261" y="915197"/>
                  </a:lnTo>
                  <a:lnTo>
                    <a:pt x="910881" y="915197"/>
                  </a:lnTo>
                  <a:lnTo>
                    <a:pt x="910881" y="970816"/>
                  </a:lnTo>
                  <a:lnTo>
                    <a:pt x="855261" y="970816"/>
                  </a:lnTo>
                  <a:close/>
                  <a:moveTo>
                    <a:pt x="855261" y="910140"/>
                  </a:moveTo>
                  <a:lnTo>
                    <a:pt x="855261" y="854521"/>
                  </a:lnTo>
                  <a:lnTo>
                    <a:pt x="910881" y="854521"/>
                  </a:lnTo>
                  <a:lnTo>
                    <a:pt x="910881" y="910140"/>
                  </a:lnTo>
                  <a:lnTo>
                    <a:pt x="855261" y="910140"/>
                  </a:lnTo>
                  <a:close/>
                  <a:moveTo>
                    <a:pt x="855261" y="849464"/>
                  </a:moveTo>
                  <a:lnTo>
                    <a:pt x="855261" y="793845"/>
                  </a:lnTo>
                  <a:lnTo>
                    <a:pt x="910881" y="793845"/>
                  </a:lnTo>
                  <a:lnTo>
                    <a:pt x="910881" y="849464"/>
                  </a:lnTo>
                  <a:lnTo>
                    <a:pt x="855261" y="849464"/>
                  </a:lnTo>
                  <a:close/>
                  <a:moveTo>
                    <a:pt x="855261" y="788788"/>
                  </a:moveTo>
                  <a:lnTo>
                    <a:pt x="855261" y="733169"/>
                  </a:lnTo>
                  <a:lnTo>
                    <a:pt x="910881" y="733169"/>
                  </a:lnTo>
                  <a:lnTo>
                    <a:pt x="910881" y="788788"/>
                  </a:lnTo>
                  <a:lnTo>
                    <a:pt x="855261" y="788788"/>
                  </a:lnTo>
                  <a:close/>
                  <a:moveTo>
                    <a:pt x="855261" y="728112"/>
                  </a:moveTo>
                  <a:lnTo>
                    <a:pt x="855261" y="672493"/>
                  </a:lnTo>
                  <a:lnTo>
                    <a:pt x="910881" y="672493"/>
                  </a:lnTo>
                  <a:lnTo>
                    <a:pt x="910881" y="728112"/>
                  </a:lnTo>
                  <a:lnTo>
                    <a:pt x="855261" y="728112"/>
                  </a:lnTo>
                  <a:close/>
                  <a:moveTo>
                    <a:pt x="855261" y="667436"/>
                  </a:moveTo>
                  <a:lnTo>
                    <a:pt x="855261" y="611817"/>
                  </a:lnTo>
                  <a:lnTo>
                    <a:pt x="910881" y="611817"/>
                  </a:lnTo>
                  <a:lnTo>
                    <a:pt x="910881" y="667436"/>
                  </a:lnTo>
                  <a:lnTo>
                    <a:pt x="855261" y="667436"/>
                  </a:lnTo>
                  <a:close/>
                  <a:moveTo>
                    <a:pt x="855261" y="606760"/>
                  </a:moveTo>
                  <a:lnTo>
                    <a:pt x="855261" y="551141"/>
                  </a:lnTo>
                  <a:lnTo>
                    <a:pt x="910881" y="551141"/>
                  </a:lnTo>
                  <a:lnTo>
                    <a:pt x="910881" y="606760"/>
                  </a:lnTo>
                  <a:lnTo>
                    <a:pt x="855261" y="606760"/>
                  </a:lnTo>
                  <a:close/>
                  <a:moveTo>
                    <a:pt x="855261" y="546084"/>
                  </a:moveTo>
                  <a:lnTo>
                    <a:pt x="855261" y="490464"/>
                  </a:lnTo>
                  <a:lnTo>
                    <a:pt x="910881" y="490464"/>
                  </a:lnTo>
                  <a:lnTo>
                    <a:pt x="910881" y="546084"/>
                  </a:lnTo>
                  <a:lnTo>
                    <a:pt x="855261" y="546084"/>
                  </a:lnTo>
                  <a:close/>
                  <a:moveTo>
                    <a:pt x="855261" y="485408"/>
                  </a:moveTo>
                  <a:lnTo>
                    <a:pt x="855261" y="429788"/>
                  </a:lnTo>
                  <a:lnTo>
                    <a:pt x="910881" y="429788"/>
                  </a:lnTo>
                  <a:lnTo>
                    <a:pt x="910881" y="485408"/>
                  </a:lnTo>
                  <a:lnTo>
                    <a:pt x="855261" y="485408"/>
                  </a:lnTo>
                  <a:close/>
                  <a:moveTo>
                    <a:pt x="855261" y="424732"/>
                  </a:moveTo>
                  <a:lnTo>
                    <a:pt x="855261" y="369112"/>
                  </a:lnTo>
                  <a:lnTo>
                    <a:pt x="910881" y="369112"/>
                  </a:lnTo>
                  <a:lnTo>
                    <a:pt x="910881" y="424732"/>
                  </a:lnTo>
                  <a:lnTo>
                    <a:pt x="855261" y="424732"/>
                  </a:lnTo>
                  <a:close/>
                  <a:moveTo>
                    <a:pt x="855261" y="364056"/>
                  </a:moveTo>
                  <a:lnTo>
                    <a:pt x="855261" y="308436"/>
                  </a:lnTo>
                  <a:lnTo>
                    <a:pt x="910881" y="308436"/>
                  </a:lnTo>
                  <a:lnTo>
                    <a:pt x="910881" y="364056"/>
                  </a:lnTo>
                  <a:lnTo>
                    <a:pt x="855261" y="364056"/>
                  </a:lnTo>
                  <a:close/>
                  <a:moveTo>
                    <a:pt x="855261" y="303380"/>
                  </a:moveTo>
                  <a:lnTo>
                    <a:pt x="855261" y="247760"/>
                  </a:lnTo>
                  <a:lnTo>
                    <a:pt x="910881" y="247760"/>
                  </a:lnTo>
                  <a:lnTo>
                    <a:pt x="910881" y="303380"/>
                  </a:lnTo>
                  <a:lnTo>
                    <a:pt x="855261" y="303380"/>
                  </a:lnTo>
                  <a:close/>
                  <a:moveTo>
                    <a:pt x="855261" y="242704"/>
                  </a:moveTo>
                  <a:lnTo>
                    <a:pt x="855261" y="187084"/>
                  </a:lnTo>
                  <a:lnTo>
                    <a:pt x="910881" y="187084"/>
                  </a:lnTo>
                  <a:lnTo>
                    <a:pt x="910881" y="242704"/>
                  </a:lnTo>
                  <a:lnTo>
                    <a:pt x="855261" y="242704"/>
                  </a:lnTo>
                  <a:close/>
                  <a:moveTo>
                    <a:pt x="855261" y="182028"/>
                  </a:moveTo>
                  <a:lnTo>
                    <a:pt x="855261" y="126408"/>
                  </a:lnTo>
                  <a:lnTo>
                    <a:pt x="910881" y="126408"/>
                  </a:lnTo>
                  <a:lnTo>
                    <a:pt x="910881" y="182028"/>
                  </a:lnTo>
                  <a:lnTo>
                    <a:pt x="855261" y="182028"/>
                  </a:lnTo>
                  <a:close/>
                  <a:moveTo>
                    <a:pt x="855261" y="121352"/>
                  </a:moveTo>
                  <a:lnTo>
                    <a:pt x="855261" y="65732"/>
                  </a:lnTo>
                  <a:lnTo>
                    <a:pt x="910881" y="65732"/>
                  </a:lnTo>
                  <a:lnTo>
                    <a:pt x="910881" y="121352"/>
                  </a:lnTo>
                  <a:lnTo>
                    <a:pt x="855261" y="121352"/>
                  </a:lnTo>
                  <a:close/>
                  <a:moveTo>
                    <a:pt x="850205" y="121352"/>
                  </a:moveTo>
                  <a:lnTo>
                    <a:pt x="794585" y="121352"/>
                  </a:lnTo>
                  <a:lnTo>
                    <a:pt x="794585" y="65732"/>
                  </a:lnTo>
                  <a:lnTo>
                    <a:pt x="850205" y="65732"/>
                  </a:lnTo>
                  <a:lnTo>
                    <a:pt x="850205" y="121352"/>
                  </a:lnTo>
                  <a:close/>
                  <a:moveTo>
                    <a:pt x="789529" y="121352"/>
                  </a:moveTo>
                  <a:lnTo>
                    <a:pt x="733909" y="121352"/>
                  </a:lnTo>
                  <a:lnTo>
                    <a:pt x="733909" y="65732"/>
                  </a:lnTo>
                  <a:lnTo>
                    <a:pt x="789529" y="65732"/>
                  </a:lnTo>
                  <a:lnTo>
                    <a:pt x="789529" y="121352"/>
                  </a:lnTo>
                  <a:close/>
                  <a:moveTo>
                    <a:pt x="728853" y="121352"/>
                  </a:moveTo>
                  <a:lnTo>
                    <a:pt x="673233" y="121352"/>
                  </a:lnTo>
                  <a:lnTo>
                    <a:pt x="673233" y="65732"/>
                  </a:lnTo>
                  <a:lnTo>
                    <a:pt x="728853" y="65732"/>
                  </a:lnTo>
                  <a:lnTo>
                    <a:pt x="728853" y="121352"/>
                  </a:lnTo>
                  <a:close/>
                  <a:moveTo>
                    <a:pt x="668177" y="121352"/>
                  </a:moveTo>
                  <a:lnTo>
                    <a:pt x="612557" y="121352"/>
                  </a:lnTo>
                  <a:lnTo>
                    <a:pt x="612557" y="65732"/>
                  </a:lnTo>
                  <a:lnTo>
                    <a:pt x="668177" y="65732"/>
                  </a:lnTo>
                  <a:lnTo>
                    <a:pt x="668177" y="121352"/>
                  </a:lnTo>
                  <a:close/>
                  <a:moveTo>
                    <a:pt x="607500" y="121352"/>
                  </a:moveTo>
                  <a:lnTo>
                    <a:pt x="551881" y="121352"/>
                  </a:lnTo>
                  <a:lnTo>
                    <a:pt x="551881" y="65732"/>
                  </a:lnTo>
                  <a:lnTo>
                    <a:pt x="607500" y="65732"/>
                  </a:lnTo>
                  <a:lnTo>
                    <a:pt x="607500" y="121352"/>
                  </a:lnTo>
                  <a:close/>
                  <a:moveTo>
                    <a:pt x="546824" y="121352"/>
                  </a:moveTo>
                  <a:lnTo>
                    <a:pt x="491205" y="121352"/>
                  </a:lnTo>
                  <a:lnTo>
                    <a:pt x="491205" y="65732"/>
                  </a:lnTo>
                  <a:lnTo>
                    <a:pt x="546824" y="65732"/>
                  </a:lnTo>
                  <a:lnTo>
                    <a:pt x="546824" y="121352"/>
                  </a:lnTo>
                  <a:close/>
                  <a:moveTo>
                    <a:pt x="486148" y="121352"/>
                  </a:moveTo>
                  <a:lnTo>
                    <a:pt x="430529" y="121352"/>
                  </a:lnTo>
                  <a:lnTo>
                    <a:pt x="430529" y="65732"/>
                  </a:lnTo>
                  <a:lnTo>
                    <a:pt x="486148" y="65732"/>
                  </a:lnTo>
                  <a:lnTo>
                    <a:pt x="486148" y="121352"/>
                  </a:lnTo>
                  <a:close/>
                  <a:moveTo>
                    <a:pt x="425472" y="121352"/>
                  </a:moveTo>
                  <a:lnTo>
                    <a:pt x="369853" y="121352"/>
                  </a:lnTo>
                  <a:lnTo>
                    <a:pt x="369853" y="65732"/>
                  </a:lnTo>
                  <a:lnTo>
                    <a:pt x="425472" y="65732"/>
                  </a:lnTo>
                  <a:lnTo>
                    <a:pt x="425472" y="121352"/>
                  </a:lnTo>
                  <a:close/>
                  <a:moveTo>
                    <a:pt x="364796" y="121352"/>
                  </a:moveTo>
                  <a:lnTo>
                    <a:pt x="309177" y="121352"/>
                  </a:lnTo>
                  <a:lnTo>
                    <a:pt x="309177" y="65732"/>
                  </a:lnTo>
                  <a:lnTo>
                    <a:pt x="364796" y="65732"/>
                  </a:lnTo>
                  <a:lnTo>
                    <a:pt x="364796" y="121352"/>
                  </a:lnTo>
                  <a:close/>
                  <a:moveTo>
                    <a:pt x="304120" y="121352"/>
                  </a:moveTo>
                  <a:lnTo>
                    <a:pt x="248501" y="121352"/>
                  </a:lnTo>
                  <a:lnTo>
                    <a:pt x="248501" y="65732"/>
                  </a:lnTo>
                  <a:lnTo>
                    <a:pt x="304120" y="65732"/>
                  </a:lnTo>
                  <a:lnTo>
                    <a:pt x="304120" y="121352"/>
                  </a:lnTo>
                  <a:close/>
                  <a:moveTo>
                    <a:pt x="243444" y="121352"/>
                  </a:moveTo>
                  <a:lnTo>
                    <a:pt x="187825" y="121352"/>
                  </a:lnTo>
                  <a:lnTo>
                    <a:pt x="187825" y="65732"/>
                  </a:lnTo>
                  <a:lnTo>
                    <a:pt x="243444" y="65732"/>
                  </a:lnTo>
                  <a:lnTo>
                    <a:pt x="243444" y="121352"/>
                  </a:lnTo>
                  <a:close/>
                  <a:moveTo>
                    <a:pt x="182768" y="121352"/>
                  </a:moveTo>
                  <a:lnTo>
                    <a:pt x="127149" y="121352"/>
                  </a:lnTo>
                  <a:lnTo>
                    <a:pt x="127149" y="65732"/>
                  </a:lnTo>
                  <a:lnTo>
                    <a:pt x="182768" y="65732"/>
                  </a:lnTo>
                  <a:lnTo>
                    <a:pt x="182768" y="121352"/>
                  </a:lnTo>
                  <a:close/>
                  <a:moveTo>
                    <a:pt x="182768" y="126408"/>
                  </a:moveTo>
                  <a:lnTo>
                    <a:pt x="182768" y="182028"/>
                  </a:lnTo>
                  <a:lnTo>
                    <a:pt x="127149" y="182028"/>
                  </a:lnTo>
                  <a:lnTo>
                    <a:pt x="127149" y="126408"/>
                  </a:lnTo>
                  <a:lnTo>
                    <a:pt x="182768" y="126408"/>
                  </a:lnTo>
                  <a:close/>
                  <a:moveTo>
                    <a:pt x="122092" y="182028"/>
                  </a:moveTo>
                  <a:lnTo>
                    <a:pt x="66473" y="182028"/>
                  </a:lnTo>
                  <a:lnTo>
                    <a:pt x="66473" y="126408"/>
                  </a:lnTo>
                  <a:lnTo>
                    <a:pt x="122092" y="126408"/>
                  </a:lnTo>
                  <a:lnTo>
                    <a:pt x="122092" y="182028"/>
                  </a:lnTo>
                  <a:close/>
                  <a:moveTo>
                    <a:pt x="122092" y="187084"/>
                  </a:moveTo>
                  <a:lnTo>
                    <a:pt x="122092" y="242704"/>
                  </a:lnTo>
                  <a:lnTo>
                    <a:pt x="66473" y="242704"/>
                  </a:lnTo>
                  <a:lnTo>
                    <a:pt x="66473" y="187084"/>
                  </a:lnTo>
                  <a:lnTo>
                    <a:pt x="122092" y="187084"/>
                  </a:lnTo>
                  <a:close/>
                  <a:moveTo>
                    <a:pt x="122092" y="247760"/>
                  </a:moveTo>
                  <a:lnTo>
                    <a:pt x="122092" y="303380"/>
                  </a:lnTo>
                  <a:lnTo>
                    <a:pt x="66473" y="303380"/>
                  </a:lnTo>
                  <a:lnTo>
                    <a:pt x="66473" y="247760"/>
                  </a:lnTo>
                  <a:lnTo>
                    <a:pt x="122092" y="247760"/>
                  </a:lnTo>
                  <a:close/>
                  <a:moveTo>
                    <a:pt x="122092" y="308436"/>
                  </a:moveTo>
                  <a:lnTo>
                    <a:pt x="122092" y="364056"/>
                  </a:lnTo>
                  <a:lnTo>
                    <a:pt x="66473" y="364056"/>
                  </a:lnTo>
                  <a:lnTo>
                    <a:pt x="66473" y="308436"/>
                  </a:lnTo>
                  <a:lnTo>
                    <a:pt x="122092" y="308436"/>
                  </a:lnTo>
                  <a:close/>
                  <a:moveTo>
                    <a:pt x="122092" y="369112"/>
                  </a:moveTo>
                  <a:lnTo>
                    <a:pt x="122092" y="424732"/>
                  </a:lnTo>
                  <a:lnTo>
                    <a:pt x="66473" y="424732"/>
                  </a:lnTo>
                  <a:lnTo>
                    <a:pt x="66473" y="369112"/>
                  </a:lnTo>
                  <a:lnTo>
                    <a:pt x="122092" y="369112"/>
                  </a:lnTo>
                  <a:close/>
                  <a:moveTo>
                    <a:pt x="122092" y="429788"/>
                  </a:moveTo>
                  <a:lnTo>
                    <a:pt x="122092" y="485408"/>
                  </a:lnTo>
                  <a:lnTo>
                    <a:pt x="66473" y="485408"/>
                  </a:lnTo>
                  <a:lnTo>
                    <a:pt x="66473" y="429788"/>
                  </a:lnTo>
                  <a:lnTo>
                    <a:pt x="122092" y="429788"/>
                  </a:lnTo>
                  <a:close/>
                  <a:moveTo>
                    <a:pt x="122092" y="490464"/>
                  </a:moveTo>
                  <a:lnTo>
                    <a:pt x="122092" y="546084"/>
                  </a:lnTo>
                  <a:lnTo>
                    <a:pt x="66473" y="546084"/>
                  </a:lnTo>
                  <a:lnTo>
                    <a:pt x="66473" y="490464"/>
                  </a:lnTo>
                  <a:lnTo>
                    <a:pt x="122092" y="490464"/>
                  </a:lnTo>
                  <a:close/>
                  <a:moveTo>
                    <a:pt x="122092" y="551141"/>
                  </a:moveTo>
                  <a:lnTo>
                    <a:pt x="122092" y="606760"/>
                  </a:lnTo>
                  <a:lnTo>
                    <a:pt x="66473" y="606760"/>
                  </a:lnTo>
                  <a:lnTo>
                    <a:pt x="66473" y="551141"/>
                  </a:lnTo>
                  <a:lnTo>
                    <a:pt x="122092" y="551141"/>
                  </a:lnTo>
                  <a:close/>
                  <a:moveTo>
                    <a:pt x="122092" y="611817"/>
                  </a:moveTo>
                  <a:lnTo>
                    <a:pt x="122092" y="667436"/>
                  </a:lnTo>
                  <a:lnTo>
                    <a:pt x="66473" y="667436"/>
                  </a:lnTo>
                  <a:lnTo>
                    <a:pt x="66473" y="611817"/>
                  </a:lnTo>
                  <a:lnTo>
                    <a:pt x="122092" y="611817"/>
                  </a:lnTo>
                  <a:close/>
                  <a:moveTo>
                    <a:pt x="122092" y="672493"/>
                  </a:moveTo>
                  <a:lnTo>
                    <a:pt x="122092" y="728112"/>
                  </a:lnTo>
                  <a:lnTo>
                    <a:pt x="66473" y="728112"/>
                  </a:lnTo>
                  <a:lnTo>
                    <a:pt x="66473" y="672493"/>
                  </a:lnTo>
                  <a:lnTo>
                    <a:pt x="122092" y="672493"/>
                  </a:lnTo>
                  <a:close/>
                  <a:moveTo>
                    <a:pt x="122092" y="733169"/>
                  </a:moveTo>
                  <a:lnTo>
                    <a:pt x="122092" y="788788"/>
                  </a:lnTo>
                  <a:lnTo>
                    <a:pt x="66473" y="788788"/>
                  </a:lnTo>
                  <a:lnTo>
                    <a:pt x="66473" y="733169"/>
                  </a:lnTo>
                  <a:lnTo>
                    <a:pt x="122092" y="733169"/>
                  </a:lnTo>
                  <a:close/>
                  <a:moveTo>
                    <a:pt x="122092" y="793845"/>
                  </a:moveTo>
                  <a:lnTo>
                    <a:pt x="122092" y="849464"/>
                  </a:lnTo>
                  <a:lnTo>
                    <a:pt x="66473" y="849464"/>
                  </a:lnTo>
                  <a:lnTo>
                    <a:pt x="66473" y="793845"/>
                  </a:lnTo>
                  <a:lnTo>
                    <a:pt x="122092" y="793845"/>
                  </a:lnTo>
                  <a:close/>
                  <a:moveTo>
                    <a:pt x="122092" y="854521"/>
                  </a:moveTo>
                  <a:lnTo>
                    <a:pt x="122092" y="910140"/>
                  </a:lnTo>
                  <a:lnTo>
                    <a:pt x="66473" y="910140"/>
                  </a:lnTo>
                  <a:lnTo>
                    <a:pt x="66473" y="854521"/>
                  </a:lnTo>
                  <a:lnTo>
                    <a:pt x="122092" y="854521"/>
                  </a:lnTo>
                  <a:close/>
                  <a:moveTo>
                    <a:pt x="122092" y="915197"/>
                  </a:moveTo>
                  <a:lnTo>
                    <a:pt x="122092" y="970816"/>
                  </a:lnTo>
                  <a:lnTo>
                    <a:pt x="66473" y="970816"/>
                  </a:lnTo>
                  <a:lnTo>
                    <a:pt x="66473" y="915197"/>
                  </a:lnTo>
                  <a:lnTo>
                    <a:pt x="122092" y="915197"/>
                  </a:lnTo>
                  <a:close/>
                  <a:moveTo>
                    <a:pt x="122092" y="975873"/>
                  </a:moveTo>
                  <a:lnTo>
                    <a:pt x="122092" y="1031492"/>
                  </a:lnTo>
                  <a:lnTo>
                    <a:pt x="66473" y="1031492"/>
                  </a:lnTo>
                  <a:lnTo>
                    <a:pt x="66473" y="975873"/>
                  </a:lnTo>
                  <a:lnTo>
                    <a:pt x="122092" y="975873"/>
                  </a:lnTo>
                  <a:close/>
                  <a:moveTo>
                    <a:pt x="122092" y="1036549"/>
                  </a:moveTo>
                  <a:lnTo>
                    <a:pt x="122092" y="1092168"/>
                  </a:lnTo>
                  <a:lnTo>
                    <a:pt x="66473" y="1092168"/>
                  </a:lnTo>
                  <a:lnTo>
                    <a:pt x="66473" y="1036549"/>
                  </a:lnTo>
                  <a:lnTo>
                    <a:pt x="122092" y="1036549"/>
                  </a:lnTo>
                  <a:close/>
                  <a:moveTo>
                    <a:pt x="122092" y="1097225"/>
                  </a:moveTo>
                  <a:lnTo>
                    <a:pt x="122092" y="1152844"/>
                  </a:lnTo>
                  <a:lnTo>
                    <a:pt x="66473" y="1152844"/>
                  </a:lnTo>
                  <a:lnTo>
                    <a:pt x="66473" y="1097225"/>
                  </a:lnTo>
                  <a:lnTo>
                    <a:pt x="122092" y="1097225"/>
                  </a:lnTo>
                  <a:close/>
                  <a:moveTo>
                    <a:pt x="122092" y="1157901"/>
                  </a:moveTo>
                  <a:lnTo>
                    <a:pt x="122092" y="1213520"/>
                  </a:lnTo>
                  <a:lnTo>
                    <a:pt x="66473" y="1213520"/>
                  </a:lnTo>
                  <a:lnTo>
                    <a:pt x="66473" y="1157901"/>
                  </a:lnTo>
                  <a:lnTo>
                    <a:pt x="122092" y="1157901"/>
                  </a:lnTo>
                  <a:close/>
                  <a:moveTo>
                    <a:pt x="127149" y="1157901"/>
                  </a:moveTo>
                  <a:lnTo>
                    <a:pt x="182768" y="1157901"/>
                  </a:lnTo>
                  <a:lnTo>
                    <a:pt x="182768" y="1213520"/>
                  </a:lnTo>
                  <a:lnTo>
                    <a:pt x="127149" y="1213520"/>
                  </a:lnTo>
                  <a:lnTo>
                    <a:pt x="127149" y="1157901"/>
                  </a:lnTo>
                  <a:close/>
                  <a:moveTo>
                    <a:pt x="182768" y="1218577"/>
                  </a:moveTo>
                  <a:lnTo>
                    <a:pt x="182768" y="1274196"/>
                  </a:lnTo>
                  <a:lnTo>
                    <a:pt x="127149" y="1274196"/>
                  </a:lnTo>
                  <a:lnTo>
                    <a:pt x="127149" y="1218577"/>
                  </a:lnTo>
                  <a:lnTo>
                    <a:pt x="182768" y="1218577"/>
                  </a:lnTo>
                  <a:close/>
                  <a:moveTo>
                    <a:pt x="187825" y="1218577"/>
                  </a:moveTo>
                  <a:lnTo>
                    <a:pt x="243444" y="1218577"/>
                  </a:lnTo>
                  <a:lnTo>
                    <a:pt x="243444" y="1274196"/>
                  </a:lnTo>
                  <a:lnTo>
                    <a:pt x="187825" y="1274196"/>
                  </a:lnTo>
                  <a:lnTo>
                    <a:pt x="187825" y="1218577"/>
                  </a:lnTo>
                  <a:close/>
                  <a:moveTo>
                    <a:pt x="248501" y="1218577"/>
                  </a:moveTo>
                  <a:lnTo>
                    <a:pt x="304120" y="1218577"/>
                  </a:lnTo>
                  <a:lnTo>
                    <a:pt x="304120" y="1274196"/>
                  </a:lnTo>
                  <a:lnTo>
                    <a:pt x="248501" y="1274196"/>
                  </a:lnTo>
                  <a:lnTo>
                    <a:pt x="248501" y="1218577"/>
                  </a:lnTo>
                  <a:close/>
                  <a:moveTo>
                    <a:pt x="309177" y="1218577"/>
                  </a:moveTo>
                  <a:lnTo>
                    <a:pt x="364796" y="1218577"/>
                  </a:lnTo>
                  <a:lnTo>
                    <a:pt x="364796" y="1274196"/>
                  </a:lnTo>
                  <a:lnTo>
                    <a:pt x="309177" y="1274196"/>
                  </a:lnTo>
                  <a:lnTo>
                    <a:pt x="309177" y="1218577"/>
                  </a:lnTo>
                  <a:close/>
                  <a:moveTo>
                    <a:pt x="369853" y="1218577"/>
                  </a:moveTo>
                  <a:lnTo>
                    <a:pt x="425472" y="1218577"/>
                  </a:lnTo>
                  <a:lnTo>
                    <a:pt x="425472" y="1274196"/>
                  </a:lnTo>
                  <a:lnTo>
                    <a:pt x="369853" y="1274196"/>
                  </a:lnTo>
                  <a:lnTo>
                    <a:pt x="369853" y="1218577"/>
                  </a:lnTo>
                  <a:close/>
                  <a:moveTo>
                    <a:pt x="430529" y="1218577"/>
                  </a:moveTo>
                  <a:lnTo>
                    <a:pt x="486148" y="1218577"/>
                  </a:lnTo>
                  <a:lnTo>
                    <a:pt x="486148" y="1274196"/>
                  </a:lnTo>
                  <a:lnTo>
                    <a:pt x="430529" y="1274196"/>
                  </a:lnTo>
                  <a:lnTo>
                    <a:pt x="430529" y="1218577"/>
                  </a:lnTo>
                  <a:close/>
                  <a:moveTo>
                    <a:pt x="491205" y="1218577"/>
                  </a:moveTo>
                  <a:lnTo>
                    <a:pt x="546824" y="1218577"/>
                  </a:lnTo>
                  <a:lnTo>
                    <a:pt x="546824" y="1274196"/>
                  </a:lnTo>
                  <a:lnTo>
                    <a:pt x="491205" y="1274196"/>
                  </a:lnTo>
                  <a:lnTo>
                    <a:pt x="491205" y="1218577"/>
                  </a:lnTo>
                  <a:close/>
                  <a:moveTo>
                    <a:pt x="551881" y="1218577"/>
                  </a:moveTo>
                  <a:lnTo>
                    <a:pt x="607500" y="1218577"/>
                  </a:lnTo>
                  <a:lnTo>
                    <a:pt x="607500" y="1274196"/>
                  </a:lnTo>
                  <a:lnTo>
                    <a:pt x="551881" y="1274196"/>
                  </a:lnTo>
                  <a:lnTo>
                    <a:pt x="551881" y="1218577"/>
                  </a:lnTo>
                  <a:close/>
                  <a:moveTo>
                    <a:pt x="612557" y="1218577"/>
                  </a:moveTo>
                  <a:lnTo>
                    <a:pt x="668177" y="1218577"/>
                  </a:lnTo>
                  <a:lnTo>
                    <a:pt x="668177" y="1274196"/>
                  </a:lnTo>
                  <a:lnTo>
                    <a:pt x="612557" y="1274196"/>
                  </a:lnTo>
                  <a:lnTo>
                    <a:pt x="612557" y="1218577"/>
                  </a:lnTo>
                  <a:close/>
                  <a:moveTo>
                    <a:pt x="673233" y="1218577"/>
                  </a:moveTo>
                  <a:lnTo>
                    <a:pt x="728853" y="1218577"/>
                  </a:lnTo>
                  <a:lnTo>
                    <a:pt x="728853" y="1274196"/>
                  </a:lnTo>
                  <a:lnTo>
                    <a:pt x="673233" y="1274196"/>
                  </a:lnTo>
                  <a:lnTo>
                    <a:pt x="673233" y="1218577"/>
                  </a:lnTo>
                  <a:close/>
                  <a:moveTo>
                    <a:pt x="733909" y="1218577"/>
                  </a:moveTo>
                  <a:lnTo>
                    <a:pt x="789529" y="1218577"/>
                  </a:lnTo>
                  <a:lnTo>
                    <a:pt x="789529" y="1274196"/>
                  </a:lnTo>
                  <a:lnTo>
                    <a:pt x="733909" y="1274196"/>
                  </a:lnTo>
                  <a:lnTo>
                    <a:pt x="733909" y="1218577"/>
                  </a:lnTo>
                  <a:close/>
                  <a:moveTo>
                    <a:pt x="794585" y="1218577"/>
                  </a:moveTo>
                  <a:lnTo>
                    <a:pt x="850205" y="1218577"/>
                  </a:lnTo>
                  <a:lnTo>
                    <a:pt x="850205" y="1274196"/>
                  </a:lnTo>
                  <a:lnTo>
                    <a:pt x="794585" y="1274196"/>
                  </a:lnTo>
                  <a:lnTo>
                    <a:pt x="794585" y="1218577"/>
                  </a:lnTo>
                  <a:close/>
                  <a:moveTo>
                    <a:pt x="855261" y="1218577"/>
                  </a:moveTo>
                  <a:lnTo>
                    <a:pt x="910881" y="1218577"/>
                  </a:lnTo>
                  <a:lnTo>
                    <a:pt x="910881" y="1274196"/>
                  </a:lnTo>
                  <a:lnTo>
                    <a:pt x="855261" y="1274196"/>
                  </a:lnTo>
                  <a:lnTo>
                    <a:pt x="855261" y="1218577"/>
                  </a:lnTo>
                  <a:close/>
                  <a:moveTo>
                    <a:pt x="855261" y="1213520"/>
                  </a:moveTo>
                  <a:lnTo>
                    <a:pt x="855261" y="1157901"/>
                  </a:lnTo>
                  <a:lnTo>
                    <a:pt x="910881" y="1157901"/>
                  </a:lnTo>
                  <a:lnTo>
                    <a:pt x="910881" y="1213520"/>
                  </a:lnTo>
                  <a:lnTo>
                    <a:pt x="855261" y="1213520"/>
                  </a:lnTo>
                  <a:close/>
                  <a:moveTo>
                    <a:pt x="915937" y="1157901"/>
                  </a:moveTo>
                  <a:lnTo>
                    <a:pt x="971557" y="1157901"/>
                  </a:lnTo>
                  <a:lnTo>
                    <a:pt x="971557" y="1213520"/>
                  </a:lnTo>
                  <a:lnTo>
                    <a:pt x="915937" y="1213520"/>
                  </a:lnTo>
                  <a:lnTo>
                    <a:pt x="915937" y="1157901"/>
                  </a:lnTo>
                  <a:close/>
                  <a:moveTo>
                    <a:pt x="915937" y="1152844"/>
                  </a:moveTo>
                  <a:lnTo>
                    <a:pt x="915937" y="1097225"/>
                  </a:lnTo>
                  <a:lnTo>
                    <a:pt x="971557" y="1097225"/>
                  </a:lnTo>
                  <a:lnTo>
                    <a:pt x="971557" y="1152844"/>
                  </a:lnTo>
                  <a:lnTo>
                    <a:pt x="915937" y="1152844"/>
                  </a:lnTo>
                  <a:close/>
                  <a:moveTo>
                    <a:pt x="915937" y="1092168"/>
                  </a:moveTo>
                  <a:lnTo>
                    <a:pt x="915937" y="1036549"/>
                  </a:lnTo>
                  <a:lnTo>
                    <a:pt x="971557" y="1036549"/>
                  </a:lnTo>
                  <a:lnTo>
                    <a:pt x="971557" y="1092168"/>
                  </a:lnTo>
                  <a:lnTo>
                    <a:pt x="915937" y="1092168"/>
                  </a:lnTo>
                  <a:close/>
                  <a:moveTo>
                    <a:pt x="915937" y="1031492"/>
                  </a:moveTo>
                  <a:lnTo>
                    <a:pt x="915937" y="975873"/>
                  </a:lnTo>
                  <a:lnTo>
                    <a:pt x="971557" y="975873"/>
                  </a:lnTo>
                  <a:lnTo>
                    <a:pt x="971557" y="1031492"/>
                  </a:lnTo>
                  <a:lnTo>
                    <a:pt x="915937" y="1031492"/>
                  </a:lnTo>
                  <a:close/>
                  <a:moveTo>
                    <a:pt x="915937" y="970816"/>
                  </a:moveTo>
                  <a:lnTo>
                    <a:pt x="915937" y="915197"/>
                  </a:lnTo>
                  <a:lnTo>
                    <a:pt x="971557" y="915197"/>
                  </a:lnTo>
                  <a:lnTo>
                    <a:pt x="971557" y="970816"/>
                  </a:lnTo>
                  <a:lnTo>
                    <a:pt x="915937" y="970816"/>
                  </a:lnTo>
                  <a:close/>
                  <a:moveTo>
                    <a:pt x="915937" y="910140"/>
                  </a:moveTo>
                  <a:lnTo>
                    <a:pt x="915937" y="854521"/>
                  </a:lnTo>
                  <a:lnTo>
                    <a:pt x="971557" y="854521"/>
                  </a:lnTo>
                  <a:lnTo>
                    <a:pt x="971557" y="910140"/>
                  </a:lnTo>
                  <a:lnTo>
                    <a:pt x="915937" y="910140"/>
                  </a:lnTo>
                  <a:close/>
                  <a:moveTo>
                    <a:pt x="915937" y="849464"/>
                  </a:moveTo>
                  <a:lnTo>
                    <a:pt x="915937" y="793845"/>
                  </a:lnTo>
                  <a:lnTo>
                    <a:pt x="971557" y="793845"/>
                  </a:lnTo>
                  <a:lnTo>
                    <a:pt x="971557" y="849464"/>
                  </a:lnTo>
                  <a:lnTo>
                    <a:pt x="915937" y="849464"/>
                  </a:lnTo>
                  <a:close/>
                  <a:moveTo>
                    <a:pt x="915937" y="788788"/>
                  </a:moveTo>
                  <a:lnTo>
                    <a:pt x="915937" y="733169"/>
                  </a:lnTo>
                  <a:lnTo>
                    <a:pt x="971557" y="733169"/>
                  </a:lnTo>
                  <a:lnTo>
                    <a:pt x="971557" y="788788"/>
                  </a:lnTo>
                  <a:lnTo>
                    <a:pt x="915937" y="788788"/>
                  </a:lnTo>
                  <a:close/>
                  <a:moveTo>
                    <a:pt x="915937" y="728112"/>
                  </a:moveTo>
                  <a:lnTo>
                    <a:pt x="915937" y="672493"/>
                  </a:lnTo>
                  <a:lnTo>
                    <a:pt x="971557" y="672493"/>
                  </a:lnTo>
                  <a:lnTo>
                    <a:pt x="971557" y="728112"/>
                  </a:lnTo>
                  <a:lnTo>
                    <a:pt x="915937" y="728112"/>
                  </a:lnTo>
                  <a:close/>
                  <a:moveTo>
                    <a:pt x="915937" y="667436"/>
                  </a:moveTo>
                  <a:lnTo>
                    <a:pt x="915937" y="611817"/>
                  </a:lnTo>
                  <a:lnTo>
                    <a:pt x="971557" y="611817"/>
                  </a:lnTo>
                  <a:lnTo>
                    <a:pt x="971557" y="667436"/>
                  </a:lnTo>
                  <a:lnTo>
                    <a:pt x="915937" y="667436"/>
                  </a:lnTo>
                  <a:close/>
                  <a:moveTo>
                    <a:pt x="915937" y="606760"/>
                  </a:moveTo>
                  <a:lnTo>
                    <a:pt x="915937" y="551141"/>
                  </a:lnTo>
                  <a:lnTo>
                    <a:pt x="971557" y="551141"/>
                  </a:lnTo>
                  <a:lnTo>
                    <a:pt x="971557" y="606760"/>
                  </a:lnTo>
                  <a:lnTo>
                    <a:pt x="915937" y="606760"/>
                  </a:lnTo>
                  <a:close/>
                  <a:moveTo>
                    <a:pt x="915937" y="546084"/>
                  </a:moveTo>
                  <a:lnTo>
                    <a:pt x="915937" y="490464"/>
                  </a:lnTo>
                  <a:lnTo>
                    <a:pt x="971557" y="490464"/>
                  </a:lnTo>
                  <a:lnTo>
                    <a:pt x="971557" y="546084"/>
                  </a:lnTo>
                  <a:lnTo>
                    <a:pt x="915937" y="546084"/>
                  </a:lnTo>
                  <a:close/>
                  <a:moveTo>
                    <a:pt x="915937" y="485408"/>
                  </a:moveTo>
                  <a:lnTo>
                    <a:pt x="915937" y="429788"/>
                  </a:lnTo>
                  <a:lnTo>
                    <a:pt x="971557" y="429788"/>
                  </a:lnTo>
                  <a:lnTo>
                    <a:pt x="971557" y="485408"/>
                  </a:lnTo>
                  <a:lnTo>
                    <a:pt x="915937" y="485408"/>
                  </a:lnTo>
                  <a:close/>
                  <a:moveTo>
                    <a:pt x="915937" y="424732"/>
                  </a:moveTo>
                  <a:lnTo>
                    <a:pt x="915937" y="369112"/>
                  </a:lnTo>
                  <a:lnTo>
                    <a:pt x="971557" y="369112"/>
                  </a:lnTo>
                  <a:lnTo>
                    <a:pt x="971557" y="424732"/>
                  </a:lnTo>
                  <a:lnTo>
                    <a:pt x="915937" y="424732"/>
                  </a:lnTo>
                  <a:close/>
                  <a:moveTo>
                    <a:pt x="915937" y="364056"/>
                  </a:moveTo>
                  <a:lnTo>
                    <a:pt x="915937" y="308436"/>
                  </a:lnTo>
                  <a:lnTo>
                    <a:pt x="971557" y="308436"/>
                  </a:lnTo>
                  <a:lnTo>
                    <a:pt x="971557" y="364056"/>
                  </a:lnTo>
                  <a:lnTo>
                    <a:pt x="915937" y="364056"/>
                  </a:lnTo>
                  <a:close/>
                  <a:moveTo>
                    <a:pt x="915937" y="303380"/>
                  </a:moveTo>
                  <a:lnTo>
                    <a:pt x="915937" y="247760"/>
                  </a:lnTo>
                  <a:lnTo>
                    <a:pt x="971557" y="247760"/>
                  </a:lnTo>
                  <a:lnTo>
                    <a:pt x="971557" y="303380"/>
                  </a:lnTo>
                  <a:lnTo>
                    <a:pt x="915937" y="303380"/>
                  </a:lnTo>
                  <a:close/>
                  <a:moveTo>
                    <a:pt x="915937" y="242704"/>
                  </a:moveTo>
                  <a:lnTo>
                    <a:pt x="915937" y="187084"/>
                  </a:lnTo>
                  <a:lnTo>
                    <a:pt x="971557" y="187084"/>
                  </a:lnTo>
                  <a:lnTo>
                    <a:pt x="971557" y="242704"/>
                  </a:lnTo>
                  <a:lnTo>
                    <a:pt x="915937" y="242704"/>
                  </a:lnTo>
                  <a:close/>
                  <a:moveTo>
                    <a:pt x="915937" y="182028"/>
                  </a:moveTo>
                  <a:lnTo>
                    <a:pt x="915937" y="126408"/>
                  </a:lnTo>
                  <a:lnTo>
                    <a:pt x="971557" y="126408"/>
                  </a:lnTo>
                  <a:lnTo>
                    <a:pt x="971557" y="182028"/>
                  </a:lnTo>
                  <a:lnTo>
                    <a:pt x="915937" y="182028"/>
                  </a:lnTo>
                  <a:close/>
                  <a:moveTo>
                    <a:pt x="915937" y="121352"/>
                  </a:moveTo>
                  <a:lnTo>
                    <a:pt x="915937" y="65732"/>
                  </a:lnTo>
                  <a:lnTo>
                    <a:pt x="971557" y="65732"/>
                  </a:lnTo>
                  <a:lnTo>
                    <a:pt x="971557" y="121352"/>
                  </a:lnTo>
                  <a:lnTo>
                    <a:pt x="915937" y="121352"/>
                  </a:lnTo>
                  <a:close/>
                  <a:moveTo>
                    <a:pt x="915937" y="60676"/>
                  </a:moveTo>
                  <a:lnTo>
                    <a:pt x="915937" y="5056"/>
                  </a:lnTo>
                  <a:lnTo>
                    <a:pt x="971557" y="5056"/>
                  </a:lnTo>
                  <a:lnTo>
                    <a:pt x="971557" y="60676"/>
                  </a:lnTo>
                  <a:lnTo>
                    <a:pt x="915937" y="60676"/>
                  </a:lnTo>
                  <a:close/>
                  <a:moveTo>
                    <a:pt x="910881" y="60676"/>
                  </a:moveTo>
                  <a:lnTo>
                    <a:pt x="855261" y="60676"/>
                  </a:lnTo>
                  <a:lnTo>
                    <a:pt x="855261" y="5056"/>
                  </a:lnTo>
                  <a:lnTo>
                    <a:pt x="910881" y="5056"/>
                  </a:lnTo>
                  <a:lnTo>
                    <a:pt x="910881" y="60676"/>
                  </a:lnTo>
                  <a:close/>
                  <a:moveTo>
                    <a:pt x="850205" y="60676"/>
                  </a:moveTo>
                  <a:lnTo>
                    <a:pt x="794585" y="60676"/>
                  </a:lnTo>
                  <a:lnTo>
                    <a:pt x="794585" y="5056"/>
                  </a:lnTo>
                  <a:lnTo>
                    <a:pt x="850205" y="5056"/>
                  </a:lnTo>
                  <a:lnTo>
                    <a:pt x="850205" y="60676"/>
                  </a:lnTo>
                  <a:close/>
                  <a:moveTo>
                    <a:pt x="789529" y="60676"/>
                  </a:moveTo>
                  <a:lnTo>
                    <a:pt x="733909" y="60676"/>
                  </a:lnTo>
                  <a:lnTo>
                    <a:pt x="733909" y="5056"/>
                  </a:lnTo>
                  <a:lnTo>
                    <a:pt x="789529" y="5056"/>
                  </a:lnTo>
                  <a:lnTo>
                    <a:pt x="789529" y="60676"/>
                  </a:lnTo>
                  <a:close/>
                  <a:moveTo>
                    <a:pt x="728853" y="60676"/>
                  </a:moveTo>
                  <a:lnTo>
                    <a:pt x="673233" y="60676"/>
                  </a:lnTo>
                  <a:lnTo>
                    <a:pt x="673233" y="5056"/>
                  </a:lnTo>
                  <a:lnTo>
                    <a:pt x="728853" y="5056"/>
                  </a:lnTo>
                  <a:lnTo>
                    <a:pt x="728853" y="60676"/>
                  </a:lnTo>
                  <a:close/>
                  <a:moveTo>
                    <a:pt x="668177" y="60676"/>
                  </a:moveTo>
                  <a:lnTo>
                    <a:pt x="612557" y="60676"/>
                  </a:lnTo>
                  <a:lnTo>
                    <a:pt x="612557" y="5056"/>
                  </a:lnTo>
                  <a:lnTo>
                    <a:pt x="668177" y="5056"/>
                  </a:lnTo>
                  <a:lnTo>
                    <a:pt x="668177" y="60676"/>
                  </a:lnTo>
                  <a:close/>
                  <a:moveTo>
                    <a:pt x="607500" y="60676"/>
                  </a:moveTo>
                  <a:lnTo>
                    <a:pt x="551881" y="60676"/>
                  </a:lnTo>
                  <a:lnTo>
                    <a:pt x="551881" y="5056"/>
                  </a:lnTo>
                  <a:lnTo>
                    <a:pt x="607500" y="5056"/>
                  </a:lnTo>
                  <a:lnTo>
                    <a:pt x="607500" y="60676"/>
                  </a:lnTo>
                  <a:close/>
                  <a:moveTo>
                    <a:pt x="546824" y="60676"/>
                  </a:moveTo>
                  <a:lnTo>
                    <a:pt x="491205" y="60676"/>
                  </a:lnTo>
                  <a:lnTo>
                    <a:pt x="491205" y="5056"/>
                  </a:lnTo>
                  <a:lnTo>
                    <a:pt x="546824" y="5056"/>
                  </a:lnTo>
                  <a:lnTo>
                    <a:pt x="546824" y="60676"/>
                  </a:lnTo>
                  <a:close/>
                  <a:moveTo>
                    <a:pt x="486148" y="60676"/>
                  </a:moveTo>
                  <a:lnTo>
                    <a:pt x="430529" y="60676"/>
                  </a:lnTo>
                  <a:lnTo>
                    <a:pt x="430529" y="5056"/>
                  </a:lnTo>
                  <a:lnTo>
                    <a:pt x="486148" y="5056"/>
                  </a:lnTo>
                  <a:lnTo>
                    <a:pt x="486148" y="60676"/>
                  </a:lnTo>
                  <a:close/>
                  <a:moveTo>
                    <a:pt x="425472" y="60676"/>
                  </a:moveTo>
                  <a:lnTo>
                    <a:pt x="369853" y="60676"/>
                  </a:lnTo>
                  <a:lnTo>
                    <a:pt x="369853" y="5056"/>
                  </a:lnTo>
                  <a:lnTo>
                    <a:pt x="425472" y="5056"/>
                  </a:lnTo>
                  <a:lnTo>
                    <a:pt x="425472" y="60676"/>
                  </a:lnTo>
                  <a:close/>
                  <a:moveTo>
                    <a:pt x="364796" y="60676"/>
                  </a:moveTo>
                  <a:lnTo>
                    <a:pt x="309177" y="60676"/>
                  </a:lnTo>
                  <a:lnTo>
                    <a:pt x="309177" y="5056"/>
                  </a:lnTo>
                  <a:lnTo>
                    <a:pt x="364796" y="5056"/>
                  </a:lnTo>
                  <a:lnTo>
                    <a:pt x="364796" y="60676"/>
                  </a:lnTo>
                  <a:close/>
                  <a:moveTo>
                    <a:pt x="304120" y="60676"/>
                  </a:moveTo>
                  <a:lnTo>
                    <a:pt x="248501" y="60676"/>
                  </a:lnTo>
                  <a:lnTo>
                    <a:pt x="248501" y="5056"/>
                  </a:lnTo>
                  <a:lnTo>
                    <a:pt x="304120" y="5056"/>
                  </a:lnTo>
                  <a:lnTo>
                    <a:pt x="304120" y="60676"/>
                  </a:lnTo>
                  <a:close/>
                  <a:moveTo>
                    <a:pt x="243444" y="60676"/>
                  </a:moveTo>
                  <a:lnTo>
                    <a:pt x="187825" y="60676"/>
                  </a:lnTo>
                  <a:lnTo>
                    <a:pt x="187825" y="5056"/>
                  </a:lnTo>
                  <a:lnTo>
                    <a:pt x="243444" y="5056"/>
                  </a:lnTo>
                  <a:lnTo>
                    <a:pt x="243444" y="60676"/>
                  </a:lnTo>
                  <a:close/>
                  <a:moveTo>
                    <a:pt x="182768" y="60676"/>
                  </a:moveTo>
                  <a:lnTo>
                    <a:pt x="127149" y="60676"/>
                  </a:lnTo>
                  <a:lnTo>
                    <a:pt x="127149" y="5056"/>
                  </a:lnTo>
                  <a:lnTo>
                    <a:pt x="182768" y="5056"/>
                  </a:lnTo>
                  <a:lnTo>
                    <a:pt x="182768" y="60676"/>
                  </a:lnTo>
                  <a:close/>
                  <a:moveTo>
                    <a:pt x="122092" y="60676"/>
                  </a:moveTo>
                  <a:lnTo>
                    <a:pt x="66473" y="60676"/>
                  </a:lnTo>
                  <a:lnTo>
                    <a:pt x="66473" y="5056"/>
                  </a:lnTo>
                  <a:lnTo>
                    <a:pt x="122092" y="5056"/>
                  </a:lnTo>
                  <a:lnTo>
                    <a:pt x="122092" y="60676"/>
                  </a:lnTo>
                  <a:close/>
                  <a:moveTo>
                    <a:pt x="122092" y="65732"/>
                  </a:moveTo>
                  <a:lnTo>
                    <a:pt x="122092" y="121352"/>
                  </a:lnTo>
                  <a:lnTo>
                    <a:pt x="66473" y="121352"/>
                  </a:lnTo>
                  <a:lnTo>
                    <a:pt x="66473" y="65732"/>
                  </a:lnTo>
                  <a:lnTo>
                    <a:pt x="122092" y="65732"/>
                  </a:lnTo>
                  <a:close/>
                  <a:moveTo>
                    <a:pt x="61416" y="121352"/>
                  </a:moveTo>
                  <a:lnTo>
                    <a:pt x="5056" y="121352"/>
                  </a:lnTo>
                  <a:lnTo>
                    <a:pt x="5056" y="65732"/>
                  </a:lnTo>
                  <a:lnTo>
                    <a:pt x="61412" y="65732"/>
                  </a:lnTo>
                  <a:lnTo>
                    <a:pt x="61412" y="121352"/>
                  </a:lnTo>
                  <a:close/>
                  <a:moveTo>
                    <a:pt x="5056" y="126408"/>
                  </a:moveTo>
                  <a:lnTo>
                    <a:pt x="61412" y="126408"/>
                  </a:lnTo>
                  <a:lnTo>
                    <a:pt x="61412" y="182028"/>
                  </a:lnTo>
                  <a:lnTo>
                    <a:pt x="5056" y="182028"/>
                  </a:lnTo>
                  <a:lnTo>
                    <a:pt x="5056" y="126408"/>
                  </a:lnTo>
                  <a:close/>
                  <a:moveTo>
                    <a:pt x="61416" y="187084"/>
                  </a:moveTo>
                  <a:lnTo>
                    <a:pt x="61416" y="242704"/>
                  </a:lnTo>
                  <a:lnTo>
                    <a:pt x="5056" y="242704"/>
                  </a:lnTo>
                  <a:lnTo>
                    <a:pt x="5056" y="187084"/>
                  </a:lnTo>
                  <a:lnTo>
                    <a:pt x="61416" y="187084"/>
                  </a:lnTo>
                  <a:close/>
                  <a:moveTo>
                    <a:pt x="5056" y="247760"/>
                  </a:moveTo>
                  <a:lnTo>
                    <a:pt x="61412" y="247760"/>
                  </a:lnTo>
                  <a:lnTo>
                    <a:pt x="61412" y="303380"/>
                  </a:lnTo>
                  <a:lnTo>
                    <a:pt x="5056" y="303380"/>
                  </a:lnTo>
                  <a:lnTo>
                    <a:pt x="5056" y="247760"/>
                  </a:lnTo>
                  <a:close/>
                  <a:moveTo>
                    <a:pt x="61416" y="308436"/>
                  </a:moveTo>
                  <a:lnTo>
                    <a:pt x="61416" y="364056"/>
                  </a:lnTo>
                  <a:lnTo>
                    <a:pt x="5056" y="364056"/>
                  </a:lnTo>
                  <a:lnTo>
                    <a:pt x="5056" y="308436"/>
                  </a:lnTo>
                  <a:lnTo>
                    <a:pt x="61416" y="308436"/>
                  </a:lnTo>
                  <a:close/>
                  <a:moveTo>
                    <a:pt x="5056" y="369112"/>
                  </a:moveTo>
                  <a:lnTo>
                    <a:pt x="61412" y="369112"/>
                  </a:lnTo>
                  <a:lnTo>
                    <a:pt x="61412" y="424732"/>
                  </a:lnTo>
                  <a:lnTo>
                    <a:pt x="5056" y="424732"/>
                  </a:lnTo>
                  <a:lnTo>
                    <a:pt x="5056" y="369112"/>
                  </a:lnTo>
                  <a:close/>
                  <a:moveTo>
                    <a:pt x="61416" y="429788"/>
                  </a:moveTo>
                  <a:lnTo>
                    <a:pt x="61416" y="485408"/>
                  </a:lnTo>
                  <a:lnTo>
                    <a:pt x="5056" y="485408"/>
                  </a:lnTo>
                  <a:lnTo>
                    <a:pt x="5056" y="429788"/>
                  </a:lnTo>
                  <a:lnTo>
                    <a:pt x="61416" y="429788"/>
                  </a:lnTo>
                  <a:close/>
                  <a:moveTo>
                    <a:pt x="5056" y="490464"/>
                  </a:moveTo>
                  <a:lnTo>
                    <a:pt x="61412" y="490464"/>
                  </a:lnTo>
                  <a:lnTo>
                    <a:pt x="61412" y="546084"/>
                  </a:lnTo>
                  <a:lnTo>
                    <a:pt x="5056" y="546084"/>
                  </a:lnTo>
                  <a:lnTo>
                    <a:pt x="5056" y="490464"/>
                  </a:lnTo>
                  <a:close/>
                  <a:moveTo>
                    <a:pt x="61416" y="551141"/>
                  </a:moveTo>
                  <a:lnTo>
                    <a:pt x="61416" y="606760"/>
                  </a:lnTo>
                  <a:lnTo>
                    <a:pt x="5056" y="606760"/>
                  </a:lnTo>
                  <a:lnTo>
                    <a:pt x="5056" y="551141"/>
                  </a:lnTo>
                  <a:lnTo>
                    <a:pt x="61416" y="551141"/>
                  </a:lnTo>
                  <a:close/>
                  <a:moveTo>
                    <a:pt x="5056" y="611817"/>
                  </a:moveTo>
                  <a:lnTo>
                    <a:pt x="61412" y="611817"/>
                  </a:lnTo>
                  <a:lnTo>
                    <a:pt x="61412" y="667436"/>
                  </a:lnTo>
                  <a:lnTo>
                    <a:pt x="5056" y="667436"/>
                  </a:lnTo>
                  <a:lnTo>
                    <a:pt x="5056" y="611817"/>
                  </a:lnTo>
                  <a:close/>
                  <a:moveTo>
                    <a:pt x="61416" y="672493"/>
                  </a:moveTo>
                  <a:lnTo>
                    <a:pt x="61416" y="728112"/>
                  </a:lnTo>
                  <a:lnTo>
                    <a:pt x="5056" y="728112"/>
                  </a:lnTo>
                  <a:lnTo>
                    <a:pt x="5056" y="672493"/>
                  </a:lnTo>
                  <a:lnTo>
                    <a:pt x="61416" y="672493"/>
                  </a:lnTo>
                  <a:close/>
                  <a:moveTo>
                    <a:pt x="5056" y="733169"/>
                  </a:moveTo>
                  <a:lnTo>
                    <a:pt x="61412" y="733169"/>
                  </a:lnTo>
                  <a:lnTo>
                    <a:pt x="61412" y="788788"/>
                  </a:lnTo>
                  <a:lnTo>
                    <a:pt x="5056" y="788788"/>
                  </a:lnTo>
                  <a:lnTo>
                    <a:pt x="5056" y="733169"/>
                  </a:lnTo>
                  <a:close/>
                  <a:moveTo>
                    <a:pt x="61416" y="793845"/>
                  </a:moveTo>
                  <a:lnTo>
                    <a:pt x="61416" y="849464"/>
                  </a:lnTo>
                  <a:lnTo>
                    <a:pt x="5056" y="849464"/>
                  </a:lnTo>
                  <a:lnTo>
                    <a:pt x="5056" y="793845"/>
                  </a:lnTo>
                  <a:lnTo>
                    <a:pt x="61416" y="793845"/>
                  </a:lnTo>
                  <a:close/>
                  <a:moveTo>
                    <a:pt x="5056" y="854521"/>
                  </a:moveTo>
                  <a:lnTo>
                    <a:pt x="61412" y="854521"/>
                  </a:lnTo>
                  <a:lnTo>
                    <a:pt x="61412" y="910140"/>
                  </a:lnTo>
                  <a:lnTo>
                    <a:pt x="5056" y="910140"/>
                  </a:lnTo>
                  <a:lnTo>
                    <a:pt x="5056" y="854521"/>
                  </a:lnTo>
                  <a:close/>
                  <a:moveTo>
                    <a:pt x="61416" y="915197"/>
                  </a:moveTo>
                  <a:lnTo>
                    <a:pt x="61416" y="970816"/>
                  </a:lnTo>
                  <a:lnTo>
                    <a:pt x="5056" y="970816"/>
                  </a:lnTo>
                  <a:lnTo>
                    <a:pt x="5056" y="915197"/>
                  </a:lnTo>
                  <a:lnTo>
                    <a:pt x="61416" y="915197"/>
                  </a:lnTo>
                  <a:close/>
                  <a:moveTo>
                    <a:pt x="5056" y="975873"/>
                  </a:moveTo>
                  <a:lnTo>
                    <a:pt x="61412" y="975873"/>
                  </a:lnTo>
                  <a:lnTo>
                    <a:pt x="61412" y="1031492"/>
                  </a:lnTo>
                  <a:lnTo>
                    <a:pt x="5056" y="1031492"/>
                  </a:lnTo>
                  <a:lnTo>
                    <a:pt x="5056" y="975873"/>
                  </a:lnTo>
                  <a:close/>
                  <a:moveTo>
                    <a:pt x="61416" y="1036549"/>
                  </a:moveTo>
                  <a:lnTo>
                    <a:pt x="61416" y="1092168"/>
                  </a:lnTo>
                  <a:lnTo>
                    <a:pt x="5056" y="1092168"/>
                  </a:lnTo>
                  <a:lnTo>
                    <a:pt x="5056" y="1036549"/>
                  </a:lnTo>
                  <a:lnTo>
                    <a:pt x="61416" y="1036549"/>
                  </a:lnTo>
                  <a:close/>
                  <a:moveTo>
                    <a:pt x="5056" y="1097225"/>
                  </a:moveTo>
                  <a:lnTo>
                    <a:pt x="61412" y="1097225"/>
                  </a:lnTo>
                  <a:lnTo>
                    <a:pt x="61412" y="1152844"/>
                  </a:lnTo>
                  <a:lnTo>
                    <a:pt x="5056" y="1152844"/>
                  </a:lnTo>
                  <a:lnTo>
                    <a:pt x="5056" y="1097225"/>
                  </a:lnTo>
                  <a:close/>
                  <a:moveTo>
                    <a:pt x="61416" y="1157901"/>
                  </a:moveTo>
                  <a:lnTo>
                    <a:pt x="61416" y="1213520"/>
                  </a:lnTo>
                  <a:lnTo>
                    <a:pt x="5056" y="1213520"/>
                  </a:lnTo>
                  <a:lnTo>
                    <a:pt x="5056" y="1157901"/>
                  </a:lnTo>
                  <a:lnTo>
                    <a:pt x="61416" y="1157901"/>
                  </a:lnTo>
                  <a:close/>
                  <a:moveTo>
                    <a:pt x="5056" y="1218577"/>
                  </a:moveTo>
                  <a:lnTo>
                    <a:pt x="61412" y="1218577"/>
                  </a:lnTo>
                  <a:lnTo>
                    <a:pt x="61412" y="1274196"/>
                  </a:lnTo>
                  <a:lnTo>
                    <a:pt x="5056" y="1274196"/>
                  </a:lnTo>
                  <a:lnTo>
                    <a:pt x="5056" y="1218577"/>
                  </a:lnTo>
                  <a:close/>
                  <a:moveTo>
                    <a:pt x="66473" y="1218577"/>
                  </a:moveTo>
                  <a:lnTo>
                    <a:pt x="122092" y="1218577"/>
                  </a:lnTo>
                  <a:lnTo>
                    <a:pt x="122092" y="1274196"/>
                  </a:lnTo>
                  <a:lnTo>
                    <a:pt x="66473" y="1274196"/>
                  </a:lnTo>
                  <a:lnTo>
                    <a:pt x="66473" y="1218577"/>
                  </a:lnTo>
                  <a:close/>
                  <a:moveTo>
                    <a:pt x="122092" y="1279253"/>
                  </a:moveTo>
                  <a:lnTo>
                    <a:pt x="122092" y="1334872"/>
                  </a:lnTo>
                  <a:lnTo>
                    <a:pt x="66473" y="1334872"/>
                  </a:lnTo>
                  <a:lnTo>
                    <a:pt x="66473" y="1279253"/>
                  </a:lnTo>
                  <a:lnTo>
                    <a:pt x="122092" y="1279253"/>
                  </a:lnTo>
                  <a:close/>
                  <a:moveTo>
                    <a:pt x="127149" y="1279253"/>
                  </a:moveTo>
                  <a:lnTo>
                    <a:pt x="182768" y="1279253"/>
                  </a:lnTo>
                  <a:lnTo>
                    <a:pt x="182768" y="1334872"/>
                  </a:lnTo>
                  <a:lnTo>
                    <a:pt x="127149" y="1334872"/>
                  </a:lnTo>
                  <a:lnTo>
                    <a:pt x="127149" y="1279253"/>
                  </a:lnTo>
                  <a:close/>
                  <a:moveTo>
                    <a:pt x="187825" y="1279253"/>
                  </a:moveTo>
                  <a:lnTo>
                    <a:pt x="243444" y="1279253"/>
                  </a:lnTo>
                  <a:lnTo>
                    <a:pt x="243444" y="1334872"/>
                  </a:lnTo>
                  <a:lnTo>
                    <a:pt x="187825" y="1334872"/>
                  </a:lnTo>
                  <a:lnTo>
                    <a:pt x="187825" y="1279253"/>
                  </a:lnTo>
                  <a:close/>
                  <a:moveTo>
                    <a:pt x="248501" y="1279253"/>
                  </a:moveTo>
                  <a:lnTo>
                    <a:pt x="304120" y="1279253"/>
                  </a:lnTo>
                  <a:lnTo>
                    <a:pt x="304120" y="1334872"/>
                  </a:lnTo>
                  <a:lnTo>
                    <a:pt x="248501" y="1334872"/>
                  </a:lnTo>
                  <a:lnTo>
                    <a:pt x="248501" y="1279253"/>
                  </a:lnTo>
                  <a:close/>
                  <a:moveTo>
                    <a:pt x="309177" y="1279253"/>
                  </a:moveTo>
                  <a:lnTo>
                    <a:pt x="364796" y="1279253"/>
                  </a:lnTo>
                  <a:lnTo>
                    <a:pt x="364796" y="1334872"/>
                  </a:lnTo>
                  <a:lnTo>
                    <a:pt x="309177" y="1334872"/>
                  </a:lnTo>
                  <a:lnTo>
                    <a:pt x="309177" y="1279253"/>
                  </a:lnTo>
                  <a:close/>
                  <a:moveTo>
                    <a:pt x="369853" y="1279253"/>
                  </a:moveTo>
                  <a:lnTo>
                    <a:pt x="425472" y="1279253"/>
                  </a:lnTo>
                  <a:lnTo>
                    <a:pt x="425472" y="1334872"/>
                  </a:lnTo>
                  <a:lnTo>
                    <a:pt x="369853" y="1334872"/>
                  </a:lnTo>
                  <a:lnTo>
                    <a:pt x="369853" y="1279253"/>
                  </a:lnTo>
                  <a:close/>
                  <a:moveTo>
                    <a:pt x="430529" y="1279253"/>
                  </a:moveTo>
                  <a:lnTo>
                    <a:pt x="486148" y="1279253"/>
                  </a:lnTo>
                  <a:lnTo>
                    <a:pt x="486148" y="1334872"/>
                  </a:lnTo>
                  <a:lnTo>
                    <a:pt x="430529" y="1334872"/>
                  </a:lnTo>
                  <a:lnTo>
                    <a:pt x="430529" y="1279253"/>
                  </a:lnTo>
                  <a:close/>
                  <a:moveTo>
                    <a:pt x="491205" y="1279253"/>
                  </a:moveTo>
                  <a:lnTo>
                    <a:pt x="546824" y="1279253"/>
                  </a:lnTo>
                  <a:lnTo>
                    <a:pt x="546824" y="1334872"/>
                  </a:lnTo>
                  <a:lnTo>
                    <a:pt x="491205" y="1334872"/>
                  </a:lnTo>
                  <a:lnTo>
                    <a:pt x="491205" y="1279253"/>
                  </a:lnTo>
                  <a:close/>
                  <a:moveTo>
                    <a:pt x="551881" y="1279253"/>
                  </a:moveTo>
                  <a:lnTo>
                    <a:pt x="607500" y="1279253"/>
                  </a:lnTo>
                  <a:lnTo>
                    <a:pt x="607500" y="1334872"/>
                  </a:lnTo>
                  <a:lnTo>
                    <a:pt x="551881" y="1334872"/>
                  </a:lnTo>
                  <a:lnTo>
                    <a:pt x="551881" y="1279253"/>
                  </a:lnTo>
                  <a:close/>
                  <a:moveTo>
                    <a:pt x="612557" y="1279253"/>
                  </a:moveTo>
                  <a:lnTo>
                    <a:pt x="668177" y="1279253"/>
                  </a:lnTo>
                  <a:lnTo>
                    <a:pt x="668177" y="1334872"/>
                  </a:lnTo>
                  <a:lnTo>
                    <a:pt x="612557" y="1334872"/>
                  </a:lnTo>
                  <a:lnTo>
                    <a:pt x="612557" y="1279253"/>
                  </a:lnTo>
                  <a:close/>
                  <a:moveTo>
                    <a:pt x="673233" y="1279253"/>
                  </a:moveTo>
                  <a:lnTo>
                    <a:pt x="728853" y="1279253"/>
                  </a:lnTo>
                  <a:lnTo>
                    <a:pt x="728853" y="1334872"/>
                  </a:lnTo>
                  <a:lnTo>
                    <a:pt x="673233" y="1334872"/>
                  </a:lnTo>
                  <a:lnTo>
                    <a:pt x="673233" y="1279253"/>
                  </a:lnTo>
                  <a:close/>
                  <a:moveTo>
                    <a:pt x="733909" y="1279253"/>
                  </a:moveTo>
                  <a:lnTo>
                    <a:pt x="789529" y="1279253"/>
                  </a:lnTo>
                  <a:lnTo>
                    <a:pt x="789529" y="1334872"/>
                  </a:lnTo>
                  <a:lnTo>
                    <a:pt x="733909" y="1334872"/>
                  </a:lnTo>
                  <a:lnTo>
                    <a:pt x="733909" y="1279253"/>
                  </a:lnTo>
                  <a:close/>
                  <a:moveTo>
                    <a:pt x="794585" y="1279253"/>
                  </a:moveTo>
                  <a:lnTo>
                    <a:pt x="850205" y="1279253"/>
                  </a:lnTo>
                  <a:lnTo>
                    <a:pt x="850205" y="1334872"/>
                  </a:lnTo>
                  <a:lnTo>
                    <a:pt x="794585" y="1334872"/>
                  </a:lnTo>
                  <a:lnTo>
                    <a:pt x="794585" y="1279253"/>
                  </a:lnTo>
                  <a:close/>
                  <a:moveTo>
                    <a:pt x="855261" y="1279253"/>
                  </a:moveTo>
                  <a:lnTo>
                    <a:pt x="910881" y="1279253"/>
                  </a:lnTo>
                  <a:lnTo>
                    <a:pt x="910881" y="1334872"/>
                  </a:lnTo>
                  <a:lnTo>
                    <a:pt x="855261" y="1334872"/>
                  </a:lnTo>
                  <a:lnTo>
                    <a:pt x="855261" y="1279253"/>
                  </a:lnTo>
                  <a:close/>
                  <a:moveTo>
                    <a:pt x="915937" y="1279253"/>
                  </a:moveTo>
                  <a:lnTo>
                    <a:pt x="971557" y="1279253"/>
                  </a:lnTo>
                  <a:lnTo>
                    <a:pt x="971557" y="1334872"/>
                  </a:lnTo>
                  <a:lnTo>
                    <a:pt x="915937" y="1334872"/>
                  </a:lnTo>
                  <a:lnTo>
                    <a:pt x="915937" y="1279253"/>
                  </a:lnTo>
                  <a:close/>
                  <a:moveTo>
                    <a:pt x="915937" y="1274196"/>
                  </a:moveTo>
                  <a:lnTo>
                    <a:pt x="915937" y="1218577"/>
                  </a:lnTo>
                  <a:lnTo>
                    <a:pt x="971557" y="1218577"/>
                  </a:lnTo>
                  <a:lnTo>
                    <a:pt x="971557" y="1274196"/>
                  </a:lnTo>
                  <a:lnTo>
                    <a:pt x="915937" y="1274196"/>
                  </a:lnTo>
                  <a:close/>
                  <a:moveTo>
                    <a:pt x="976613" y="1218577"/>
                  </a:moveTo>
                  <a:lnTo>
                    <a:pt x="1031496" y="1218577"/>
                  </a:lnTo>
                  <a:lnTo>
                    <a:pt x="1031496" y="1274196"/>
                  </a:lnTo>
                  <a:lnTo>
                    <a:pt x="976613" y="1274196"/>
                  </a:lnTo>
                  <a:lnTo>
                    <a:pt x="976613" y="1218577"/>
                  </a:lnTo>
                  <a:close/>
                  <a:moveTo>
                    <a:pt x="976613" y="1213520"/>
                  </a:moveTo>
                  <a:lnTo>
                    <a:pt x="976613" y="1157901"/>
                  </a:lnTo>
                  <a:lnTo>
                    <a:pt x="1031496" y="1157901"/>
                  </a:lnTo>
                  <a:lnTo>
                    <a:pt x="1031496" y="1213520"/>
                  </a:lnTo>
                  <a:lnTo>
                    <a:pt x="976613" y="1213520"/>
                  </a:lnTo>
                  <a:close/>
                  <a:moveTo>
                    <a:pt x="1031492" y="1152844"/>
                  </a:moveTo>
                  <a:lnTo>
                    <a:pt x="976609" y="1152844"/>
                  </a:lnTo>
                  <a:lnTo>
                    <a:pt x="976609" y="1097225"/>
                  </a:lnTo>
                  <a:lnTo>
                    <a:pt x="1031492" y="1097225"/>
                  </a:lnTo>
                  <a:lnTo>
                    <a:pt x="1031492" y="1152844"/>
                  </a:lnTo>
                  <a:close/>
                  <a:moveTo>
                    <a:pt x="976613" y="1092168"/>
                  </a:moveTo>
                  <a:lnTo>
                    <a:pt x="976613" y="1036549"/>
                  </a:lnTo>
                  <a:lnTo>
                    <a:pt x="1031496" y="1036549"/>
                  </a:lnTo>
                  <a:lnTo>
                    <a:pt x="1031496" y="1092168"/>
                  </a:lnTo>
                  <a:lnTo>
                    <a:pt x="976613" y="1092168"/>
                  </a:lnTo>
                  <a:close/>
                  <a:moveTo>
                    <a:pt x="1031492" y="1031492"/>
                  </a:moveTo>
                  <a:lnTo>
                    <a:pt x="976609" y="1031492"/>
                  </a:lnTo>
                  <a:lnTo>
                    <a:pt x="976609" y="975873"/>
                  </a:lnTo>
                  <a:lnTo>
                    <a:pt x="1031492" y="975873"/>
                  </a:lnTo>
                  <a:lnTo>
                    <a:pt x="1031492" y="1031492"/>
                  </a:lnTo>
                  <a:close/>
                  <a:moveTo>
                    <a:pt x="976613" y="970816"/>
                  </a:moveTo>
                  <a:lnTo>
                    <a:pt x="976613" y="915197"/>
                  </a:lnTo>
                  <a:lnTo>
                    <a:pt x="1031496" y="915197"/>
                  </a:lnTo>
                  <a:lnTo>
                    <a:pt x="1031496" y="970816"/>
                  </a:lnTo>
                  <a:lnTo>
                    <a:pt x="976613" y="970816"/>
                  </a:lnTo>
                  <a:close/>
                  <a:moveTo>
                    <a:pt x="1031492" y="910140"/>
                  </a:moveTo>
                  <a:lnTo>
                    <a:pt x="976609" y="910140"/>
                  </a:lnTo>
                  <a:lnTo>
                    <a:pt x="976609" y="854521"/>
                  </a:lnTo>
                  <a:lnTo>
                    <a:pt x="1031492" y="854521"/>
                  </a:lnTo>
                  <a:lnTo>
                    <a:pt x="1031492" y="910140"/>
                  </a:lnTo>
                  <a:close/>
                  <a:moveTo>
                    <a:pt x="976613" y="849464"/>
                  </a:moveTo>
                  <a:lnTo>
                    <a:pt x="976613" y="793845"/>
                  </a:lnTo>
                  <a:lnTo>
                    <a:pt x="1031496" y="793845"/>
                  </a:lnTo>
                  <a:lnTo>
                    <a:pt x="1031496" y="849464"/>
                  </a:lnTo>
                  <a:lnTo>
                    <a:pt x="976613" y="849464"/>
                  </a:lnTo>
                  <a:close/>
                  <a:moveTo>
                    <a:pt x="1031492" y="788788"/>
                  </a:moveTo>
                  <a:lnTo>
                    <a:pt x="976609" y="788788"/>
                  </a:lnTo>
                  <a:lnTo>
                    <a:pt x="976609" y="733169"/>
                  </a:lnTo>
                  <a:lnTo>
                    <a:pt x="1031492" y="733169"/>
                  </a:lnTo>
                  <a:lnTo>
                    <a:pt x="1031492" y="788788"/>
                  </a:lnTo>
                  <a:close/>
                  <a:moveTo>
                    <a:pt x="976613" y="728112"/>
                  </a:moveTo>
                  <a:lnTo>
                    <a:pt x="976613" y="672493"/>
                  </a:lnTo>
                  <a:lnTo>
                    <a:pt x="1031496" y="672493"/>
                  </a:lnTo>
                  <a:lnTo>
                    <a:pt x="1031496" y="728112"/>
                  </a:lnTo>
                  <a:lnTo>
                    <a:pt x="976613" y="728112"/>
                  </a:lnTo>
                  <a:close/>
                  <a:moveTo>
                    <a:pt x="1031492" y="667436"/>
                  </a:moveTo>
                  <a:lnTo>
                    <a:pt x="976609" y="667436"/>
                  </a:lnTo>
                  <a:lnTo>
                    <a:pt x="976609" y="611817"/>
                  </a:lnTo>
                  <a:lnTo>
                    <a:pt x="1031492" y="611817"/>
                  </a:lnTo>
                  <a:lnTo>
                    <a:pt x="1031492" y="667436"/>
                  </a:lnTo>
                  <a:close/>
                  <a:moveTo>
                    <a:pt x="976613" y="606760"/>
                  </a:moveTo>
                  <a:lnTo>
                    <a:pt x="976613" y="551141"/>
                  </a:lnTo>
                  <a:lnTo>
                    <a:pt x="1031496" y="551141"/>
                  </a:lnTo>
                  <a:lnTo>
                    <a:pt x="1031496" y="606760"/>
                  </a:lnTo>
                  <a:lnTo>
                    <a:pt x="976613" y="606760"/>
                  </a:lnTo>
                  <a:close/>
                  <a:moveTo>
                    <a:pt x="1031492" y="546084"/>
                  </a:moveTo>
                  <a:lnTo>
                    <a:pt x="976609" y="546084"/>
                  </a:lnTo>
                  <a:lnTo>
                    <a:pt x="976609" y="490464"/>
                  </a:lnTo>
                  <a:lnTo>
                    <a:pt x="1031492" y="490464"/>
                  </a:lnTo>
                  <a:lnTo>
                    <a:pt x="1031492" y="546084"/>
                  </a:lnTo>
                  <a:close/>
                  <a:moveTo>
                    <a:pt x="976613" y="485408"/>
                  </a:moveTo>
                  <a:lnTo>
                    <a:pt x="976613" y="429788"/>
                  </a:lnTo>
                  <a:lnTo>
                    <a:pt x="1031496" y="429788"/>
                  </a:lnTo>
                  <a:lnTo>
                    <a:pt x="1031496" y="485408"/>
                  </a:lnTo>
                  <a:lnTo>
                    <a:pt x="976613" y="485408"/>
                  </a:lnTo>
                  <a:close/>
                  <a:moveTo>
                    <a:pt x="1031492" y="424732"/>
                  </a:moveTo>
                  <a:lnTo>
                    <a:pt x="976609" y="424732"/>
                  </a:lnTo>
                  <a:lnTo>
                    <a:pt x="976609" y="369112"/>
                  </a:lnTo>
                  <a:lnTo>
                    <a:pt x="1031492" y="369112"/>
                  </a:lnTo>
                  <a:lnTo>
                    <a:pt x="1031492" y="424732"/>
                  </a:lnTo>
                  <a:close/>
                  <a:moveTo>
                    <a:pt x="976613" y="364056"/>
                  </a:moveTo>
                  <a:lnTo>
                    <a:pt x="976613" y="308436"/>
                  </a:lnTo>
                  <a:lnTo>
                    <a:pt x="1031496" y="308436"/>
                  </a:lnTo>
                  <a:lnTo>
                    <a:pt x="1031496" y="364056"/>
                  </a:lnTo>
                  <a:lnTo>
                    <a:pt x="976613" y="364056"/>
                  </a:lnTo>
                  <a:close/>
                  <a:moveTo>
                    <a:pt x="1031492" y="303380"/>
                  </a:moveTo>
                  <a:lnTo>
                    <a:pt x="976609" y="303380"/>
                  </a:lnTo>
                  <a:lnTo>
                    <a:pt x="976609" y="247760"/>
                  </a:lnTo>
                  <a:lnTo>
                    <a:pt x="1031492" y="247760"/>
                  </a:lnTo>
                  <a:lnTo>
                    <a:pt x="1031492" y="303380"/>
                  </a:lnTo>
                  <a:close/>
                  <a:moveTo>
                    <a:pt x="976613" y="242704"/>
                  </a:moveTo>
                  <a:lnTo>
                    <a:pt x="976613" y="187084"/>
                  </a:lnTo>
                  <a:lnTo>
                    <a:pt x="1031496" y="187084"/>
                  </a:lnTo>
                  <a:lnTo>
                    <a:pt x="1031496" y="242704"/>
                  </a:lnTo>
                  <a:lnTo>
                    <a:pt x="976613" y="242704"/>
                  </a:lnTo>
                  <a:close/>
                  <a:moveTo>
                    <a:pt x="1031492" y="182028"/>
                  </a:moveTo>
                  <a:lnTo>
                    <a:pt x="976609" y="182028"/>
                  </a:lnTo>
                  <a:lnTo>
                    <a:pt x="976609" y="126408"/>
                  </a:lnTo>
                  <a:lnTo>
                    <a:pt x="1031492" y="126408"/>
                  </a:lnTo>
                  <a:lnTo>
                    <a:pt x="1031492" y="182028"/>
                  </a:lnTo>
                  <a:close/>
                  <a:moveTo>
                    <a:pt x="976613" y="121352"/>
                  </a:moveTo>
                  <a:lnTo>
                    <a:pt x="976613" y="65732"/>
                  </a:lnTo>
                  <a:lnTo>
                    <a:pt x="1031496" y="65732"/>
                  </a:lnTo>
                  <a:lnTo>
                    <a:pt x="1031496" y="121352"/>
                  </a:lnTo>
                  <a:lnTo>
                    <a:pt x="976613" y="121352"/>
                  </a:lnTo>
                  <a:close/>
                  <a:moveTo>
                    <a:pt x="1031492" y="60676"/>
                  </a:moveTo>
                  <a:lnTo>
                    <a:pt x="976609" y="60676"/>
                  </a:lnTo>
                  <a:lnTo>
                    <a:pt x="976609" y="5056"/>
                  </a:lnTo>
                  <a:lnTo>
                    <a:pt x="1031492" y="5056"/>
                  </a:lnTo>
                  <a:lnTo>
                    <a:pt x="1031492" y="60676"/>
                  </a:lnTo>
                  <a:close/>
                  <a:moveTo>
                    <a:pt x="61416" y="5056"/>
                  </a:moveTo>
                  <a:lnTo>
                    <a:pt x="61416" y="60676"/>
                  </a:lnTo>
                  <a:lnTo>
                    <a:pt x="5056" y="60676"/>
                  </a:lnTo>
                  <a:lnTo>
                    <a:pt x="5056" y="5056"/>
                  </a:lnTo>
                  <a:lnTo>
                    <a:pt x="61416" y="5056"/>
                  </a:lnTo>
                  <a:close/>
                  <a:moveTo>
                    <a:pt x="5056" y="1279253"/>
                  </a:moveTo>
                  <a:lnTo>
                    <a:pt x="61412" y="1279253"/>
                  </a:lnTo>
                  <a:lnTo>
                    <a:pt x="61412" y="1334872"/>
                  </a:lnTo>
                  <a:lnTo>
                    <a:pt x="5056" y="1334872"/>
                  </a:lnTo>
                  <a:lnTo>
                    <a:pt x="5056" y="1279253"/>
                  </a:lnTo>
                  <a:close/>
                  <a:moveTo>
                    <a:pt x="976613" y="1334872"/>
                  </a:moveTo>
                  <a:lnTo>
                    <a:pt x="976613" y="1279253"/>
                  </a:lnTo>
                  <a:lnTo>
                    <a:pt x="1031496" y="1279253"/>
                  </a:lnTo>
                  <a:lnTo>
                    <a:pt x="1031496" y="1334872"/>
                  </a:lnTo>
                  <a:lnTo>
                    <a:pt x="976613" y="133487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1"/>
            <p:cNvSpPr/>
            <p:nvPr/>
          </p:nvSpPr>
          <p:spPr>
            <a:xfrm>
              <a:off x="9450955" y="3972593"/>
              <a:ext cx="1213520" cy="121352"/>
            </a:xfrm>
            <a:custGeom>
              <a:rect b="b" l="l" r="r" t="t"/>
              <a:pathLst>
                <a:path extrusionOk="0" h="121352" w="1213520">
                  <a:moveTo>
                    <a:pt x="0" y="0"/>
                  </a:moveTo>
                  <a:lnTo>
                    <a:pt x="1213521" y="0"/>
                  </a:lnTo>
                  <a:lnTo>
                    <a:pt x="1213521" y="121352"/>
                  </a:lnTo>
                  <a:lnTo>
                    <a:pt x="0" y="121352"/>
                  </a:lnTo>
                  <a:close/>
                </a:path>
              </a:pathLst>
            </a:custGeom>
            <a:solidFill>
              <a:srgbClr val="EF33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1"/>
            <p:cNvSpPr/>
            <p:nvPr/>
          </p:nvSpPr>
          <p:spPr>
            <a:xfrm>
              <a:off x="9612758" y="4005536"/>
              <a:ext cx="60676" cy="60676"/>
            </a:xfrm>
            <a:custGeom>
              <a:rect b="b" l="l" r="r" t="t"/>
              <a:pathLst>
                <a:path extrusionOk="0" h="60676" w="60676">
                  <a:moveTo>
                    <a:pt x="60676" y="30338"/>
                  </a:moveTo>
                  <a:cubicBezTo>
                    <a:pt x="60676" y="47093"/>
                    <a:pt x="47093" y="60676"/>
                    <a:pt x="30338" y="60676"/>
                  </a:cubicBezTo>
                  <a:cubicBezTo>
                    <a:pt x="13583" y="60676"/>
                    <a:pt x="0" y="47093"/>
                    <a:pt x="0" y="30338"/>
                  </a:cubicBezTo>
                  <a:cubicBezTo>
                    <a:pt x="0" y="13583"/>
                    <a:pt x="13583" y="0"/>
                    <a:pt x="30338" y="0"/>
                  </a:cubicBezTo>
                  <a:cubicBezTo>
                    <a:pt x="47093" y="0"/>
                    <a:pt x="60676" y="13583"/>
                    <a:pt x="60676" y="303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1"/>
            <p:cNvSpPr/>
            <p:nvPr/>
          </p:nvSpPr>
          <p:spPr>
            <a:xfrm>
              <a:off x="10462222" y="4005536"/>
              <a:ext cx="60676" cy="60676"/>
            </a:xfrm>
            <a:custGeom>
              <a:rect b="b" l="l" r="r" t="t"/>
              <a:pathLst>
                <a:path extrusionOk="0" h="60676" w="60676">
                  <a:moveTo>
                    <a:pt x="60676" y="30338"/>
                  </a:moveTo>
                  <a:cubicBezTo>
                    <a:pt x="60676" y="47093"/>
                    <a:pt x="47093" y="60676"/>
                    <a:pt x="30338" y="60676"/>
                  </a:cubicBezTo>
                  <a:cubicBezTo>
                    <a:pt x="13583" y="60676"/>
                    <a:pt x="0" y="47093"/>
                    <a:pt x="0" y="30338"/>
                  </a:cubicBezTo>
                  <a:cubicBezTo>
                    <a:pt x="0" y="13583"/>
                    <a:pt x="13583" y="0"/>
                    <a:pt x="30338" y="0"/>
                  </a:cubicBezTo>
                  <a:cubicBezTo>
                    <a:pt x="47093" y="0"/>
                    <a:pt x="60676" y="13583"/>
                    <a:pt x="60676" y="303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descr="График и заметка бумаги с карандашами" id="477" name="Google Shape;477;p11"/>
          <p:cNvGrpSpPr/>
          <p:nvPr/>
        </p:nvGrpSpPr>
        <p:grpSpPr>
          <a:xfrm>
            <a:off x="15362995" y="7967257"/>
            <a:ext cx="1169483" cy="1287658"/>
            <a:chOff x="9276446" y="4805599"/>
            <a:chExt cx="852725" cy="893545"/>
          </a:xfrm>
        </p:grpSpPr>
        <p:sp>
          <p:nvSpPr>
            <p:cNvPr id="478" name="Google Shape;478;p11"/>
            <p:cNvSpPr/>
            <p:nvPr/>
          </p:nvSpPr>
          <p:spPr>
            <a:xfrm>
              <a:off x="9276467" y="4846400"/>
              <a:ext cx="852704" cy="852744"/>
            </a:xfrm>
            <a:custGeom>
              <a:rect b="b" l="l" r="r" t="t"/>
              <a:pathLst>
                <a:path extrusionOk="0" h="852744" w="852704">
                  <a:moveTo>
                    <a:pt x="852704" y="820566"/>
                  </a:moveTo>
                  <a:lnTo>
                    <a:pt x="780249" y="748107"/>
                  </a:lnTo>
                  <a:lnTo>
                    <a:pt x="788295" y="740061"/>
                  </a:lnTo>
                  <a:lnTo>
                    <a:pt x="732165" y="683932"/>
                  </a:lnTo>
                  <a:lnTo>
                    <a:pt x="756298" y="659799"/>
                  </a:lnTo>
                  <a:lnTo>
                    <a:pt x="530935" y="434432"/>
                  </a:lnTo>
                  <a:cubicBezTo>
                    <a:pt x="522048" y="443319"/>
                    <a:pt x="522048" y="457724"/>
                    <a:pt x="530935" y="466611"/>
                  </a:cubicBezTo>
                  <a:lnTo>
                    <a:pt x="724124" y="659799"/>
                  </a:lnTo>
                  <a:lnTo>
                    <a:pt x="716078" y="667845"/>
                  </a:lnTo>
                  <a:lnTo>
                    <a:pt x="139438" y="91200"/>
                  </a:lnTo>
                  <a:lnTo>
                    <a:pt x="29303" y="18603"/>
                  </a:lnTo>
                  <a:lnTo>
                    <a:pt x="26649" y="21257"/>
                  </a:lnTo>
                  <a:lnTo>
                    <a:pt x="5392" y="0"/>
                  </a:lnTo>
                  <a:lnTo>
                    <a:pt x="0" y="5392"/>
                  </a:lnTo>
                  <a:lnTo>
                    <a:pt x="21257" y="26649"/>
                  </a:lnTo>
                  <a:lnTo>
                    <a:pt x="18575" y="29331"/>
                  </a:lnTo>
                  <a:lnTo>
                    <a:pt x="91168" y="139466"/>
                  </a:lnTo>
                  <a:lnTo>
                    <a:pt x="740021" y="788331"/>
                  </a:lnTo>
                  <a:lnTo>
                    <a:pt x="748066" y="780286"/>
                  </a:lnTo>
                  <a:lnTo>
                    <a:pt x="820522" y="852745"/>
                  </a:lnTo>
                  <a:lnTo>
                    <a:pt x="852704" y="820566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descr="График и заметка бумаги с карандашами" id="479" name="Google Shape;479;p11"/>
            <p:cNvGrpSpPr/>
            <p:nvPr/>
          </p:nvGrpSpPr>
          <p:grpSpPr>
            <a:xfrm>
              <a:off x="9276446" y="4805599"/>
              <a:ext cx="852693" cy="852714"/>
              <a:chOff x="9276446" y="4805599"/>
              <a:chExt cx="852693" cy="852714"/>
            </a:xfrm>
          </p:grpSpPr>
          <p:sp>
            <p:nvSpPr>
              <p:cNvPr id="480" name="Google Shape;480;p11"/>
              <p:cNvSpPr/>
              <p:nvPr/>
            </p:nvSpPr>
            <p:spPr>
              <a:xfrm rot="-2700000">
                <a:off x="10045025" y="5532928"/>
                <a:ext cx="45506" cy="128049"/>
              </a:xfrm>
              <a:custGeom>
                <a:rect b="b" l="l" r="r" t="t"/>
                <a:pathLst>
                  <a:path extrusionOk="0" h="128049" w="45506">
                    <a:moveTo>
                      <a:pt x="0" y="0"/>
                    </a:moveTo>
                    <a:lnTo>
                      <a:pt x="45507" y="0"/>
                    </a:lnTo>
                    <a:lnTo>
                      <a:pt x="45507" y="128049"/>
                    </a:lnTo>
                    <a:lnTo>
                      <a:pt x="0" y="128049"/>
                    </a:lnTo>
                    <a:close/>
                  </a:path>
                </a:pathLst>
              </a:custGeom>
              <a:solidFill>
                <a:srgbClr val="7373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9367635" y="4896854"/>
                <a:ext cx="697122" cy="697126"/>
              </a:xfrm>
              <a:custGeom>
                <a:rect b="b" l="l" r="r" t="t"/>
                <a:pathLst>
                  <a:path extrusionOk="0" h="697126" w="697122">
                    <a:moveTo>
                      <a:pt x="697123" y="648861"/>
                    </a:moveTo>
                    <a:lnTo>
                      <a:pt x="648853" y="697127"/>
                    </a:lnTo>
                    <a:lnTo>
                      <a:pt x="0" y="48270"/>
                    </a:lnTo>
                    <a:cubicBezTo>
                      <a:pt x="0" y="48270"/>
                      <a:pt x="1323" y="28857"/>
                      <a:pt x="14874" y="15307"/>
                    </a:cubicBezTo>
                    <a:cubicBezTo>
                      <a:pt x="28425" y="1755"/>
                      <a:pt x="48266" y="0"/>
                      <a:pt x="48266" y="0"/>
                    </a:cubicBezTo>
                    <a:lnTo>
                      <a:pt x="697123" y="648861"/>
                    </a:lnTo>
                    <a:close/>
                  </a:path>
                </a:pathLst>
              </a:custGeom>
              <a:solidFill>
                <a:srgbClr val="EF33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1"/>
              <p:cNvSpPr/>
              <p:nvPr/>
            </p:nvSpPr>
            <p:spPr>
              <a:xfrm rot="-2700000">
                <a:off x="9290912" y="4801840"/>
                <a:ext cx="7624" cy="44074"/>
              </a:xfrm>
              <a:custGeom>
                <a:rect b="b" l="l" r="r" t="t"/>
                <a:pathLst>
                  <a:path extrusionOk="0" h="44074" w="7624">
                    <a:moveTo>
                      <a:pt x="0" y="0"/>
                    </a:moveTo>
                    <a:lnTo>
                      <a:pt x="7625" y="0"/>
                    </a:lnTo>
                    <a:lnTo>
                      <a:pt x="7625" y="44075"/>
                    </a:lnTo>
                    <a:lnTo>
                      <a:pt x="0" y="44075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1"/>
              <p:cNvSpPr/>
              <p:nvPr/>
            </p:nvSpPr>
            <p:spPr>
              <a:xfrm>
                <a:off x="9800733" y="5240086"/>
                <a:ext cx="232028" cy="297749"/>
              </a:xfrm>
              <a:custGeom>
                <a:rect b="b" l="l" r="r" t="t"/>
                <a:pathLst>
                  <a:path extrusionOk="0" h="297749" w="232028">
                    <a:moveTo>
                      <a:pt x="232028" y="225367"/>
                    </a:moveTo>
                    <a:lnTo>
                      <a:pt x="6665" y="0"/>
                    </a:lnTo>
                    <a:cubicBezTo>
                      <a:pt x="-2222" y="8887"/>
                      <a:pt x="-2222" y="23291"/>
                      <a:pt x="6665" y="32178"/>
                    </a:cubicBezTo>
                    <a:lnTo>
                      <a:pt x="199854" y="225367"/>
                    </a:lnTo>
                    <a:lnTo>
                      <a:pt x="191885" y="233336"/>
                    </a:lnTo>
                    <a:lnTo>
                      <a:pt x="175672" y="217123"/>
                    </a:lnTo>
                    <a:lnTo>
                      <a:pt x="127220" y="265571"/>
                    </a:lnTo>
                    <a:lnTo>
                      <a:pt x="159399" y="297749"/>
                    </a:lnTo>
                    <a:lnTo>
                      <a:pt x="232028" y="225367"/>
                    </a:lnTo>
                    <a:close/>
                  </a:path>
                </a:pathLst>
              </a:custGeom>
              <a:solidFill>
                <a:srgbClr val="7373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1"/>
              <p:cNvSpPr/>
              <p:nvPr/>
            </p:nvSpPr>
            <p:spPr>
              <a:xfrm>
                <a:off x="9295042" y="4824261"/>
                <a:ext cx="120862" cy="120862"/>
              </a:xfrm>
              <a:custGeom>
                <a:rect b="b" l="l" r="r" t="t"/>
                <a:pathLst>
                  <a:path extrusionOk="0" h="120862" w="120862">
                    <a:moveTo>
                      <a:pt x="0" y="10723"/>
                    </a:moveTo>
                    <a:lnTo>
                      <a:pt x="72593" y="120863"/>
                    </a:lnTo>
                    <a:lnTo>
                      <a:pt x="120863" y="72593"/>
                    </a:lnTo>
                    <a:lnTo>
                      <a:pt x="10728" y="0"/>
                    </a:lnTo>
                    <a:close/>
                  </a:path>
                </a:pathLst>
              </a:custGeom>
              <a:solidFill>
                <a:srgbClr val="7373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descr="График и заметка бумаги с карандашами" id="485" name="Google Shape;485;p11"/>
          <p:cNvGrpSpPr/>
          <p:nvPr/>
        </p:nvGrpSpPr>
        <p:grpSpPr>
          <a:xfrm>
            <a:off x="14629782" y="7117238"/>
            <a:ext cx="128150" cy="1793499"/>
            <a:chOff x="8787637" y="4238920"/>
            <a:chExt cx="93440" cy="1244566"/>
          </a:xfrm>
        </p:grpSpPr>
        <p:sp>
          <p:nvSpPr>
            <p:cNvPr id="486" name="Google Shape;486;p11"/>
            <p:cNvSpPr/>
            <p:nvPr/>
          </p:nvSpPr>
          <p:spPr>
            <a:xfrm>
              <a:off x="8812797" y="4262766"/>
              <a:ext cx="68280" cy="1220720"/>
            </a:xfrm>
            <a:custGeom>
              <a:rect b="b" l="l" r="r" t="t"/>
              <a:pathLst>
                <a:path extrusionOk="0" h="1220720" w="68280">
                  <a:moveTo>
                    <a:pt x="43764" y="34140"/>
                  </a:moveTo>
                  <a:lnTo>
                    <a:pt x="34140" y="0"/>
                  </a:lnTo>
                  <a:lnTo>
                    <a:pt x="24550" y="34140"/>
                  </a:lnTo>
                  <a:lnTo>
                    <a:pt x="0" y="121352"/>
                  </a:lnTo>
                  <a:lnTo>
                    <a:pt x="0" y="1149123"/>
                  </a:lnTo>
                  <a:lnTo>
                    <a:pt x="7605" y="1149123"/>
                  </a:lnTo>
                  <a:lnTo>
                    <a:pt x="7605" y="1220721"/>
                  </a:lnTo>
                  <a:lnTo>
                    <a:pt x="60676" y="1220721"/>
                  </a:lnTo>
                  <a:lnTo>
                    <a:pt x="60676" y="1149123"/>
                  </a:lnTo>
                  <a:lnTo>
                    <a:pt x="68281" y="1149123"/>
                  </a:lnTo>
                  <a:lnTo>
                    <a:pt x="68281" y="121352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descr="График и заметка бумаги с карандашами" id="487" name="Google Shape;487;p11"/>
            <p:cNvGrpSpPr/>
            <p:nvPr/>
          </p:nvGrpSpPr>
          <p:grpSpPr>
            <a:xfrm>
              <a:off x="8787637" y="4238920"/>
              <a:ext cx="68264" cy="1220720"/>
              <a:chOff x="8787637" y="4238920"/>
              <a:chExt cx="68264" cy="1220720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8795221" y="5367745"/>
                <a:ext cx="53091" cy="91895"/>
              </a:xfrm>
              <a:custGeom>
                <a:rect b="b" l="l" r="r" t="t"/>
                <a:pathLst>
                  <a:path extrusionOk="0" h="91895" w="53091">
                    <a:moveTo>
                      <a:pt x="0" y="0"/>
                    </a:moveTo>
                    <a:lnTo>
                      <a:pt x="53092" y="0"/>
                    </a:lnTo>
                    <a:lnTo>
                      <a:pt x="53092" y="91896"/>
                    </a:lnTo>
                    <a:lnTo>
                      <a:pt x="0" y="91896"/>
                    </a:lnTo>
                    <a:close/>
                  </a:path>
                </a:pathLst>
              </a:custGeom>
              <a:solidFill>
                <a:srgbClr val="DDD9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1"/>
              <p:cNvSpPr/>
              <p:nvPr/>
            </p:nvSpPr>
            <p:spPr>
              <a:xfrm>
                <a:off x="8787637" y="5263847"/>
                <a:ext cx="68260" cy="124203"/>
              </a:xfrm>
              <a:custGeom>
                <a:rect b="b" l="l" r="r" t="t"/>
                <a:pathLst>
                  <a:path extrusionOk="0" h="124203" w="68260">
                    <a:moveTo>
                      <a:pt x="68261" y="124204"/>
                    </a:moveTo>
                    <a:lnTo>
                      <a:pt x="0" y="124204"/>
                    </a:lnTo>
                    <a:lnTo>
                      <a:pt x="0" y="13964"/>
                    </a:lnTo>
                    <a:cubicBezTo>
                      <a:pt x="0" y="13964"/>
                      <a:pt x="12766" y="0"/>
                      <a:pt x="34128" y="0"/>
                    </a:cubicBezTo>
                    <a:cubicBezTo>
                      <a:pt x="55494" y="0"/>
                      <a:pt x="68261" y="14004"/>
                      <a:pt x="68261" y="14004"/>
                    </a:cubicBezTo>
                    <a:lnTo>
                      <a:pt x="68261" y="124204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1"/>
              <p:cNvSpPr/>
              <p:nvPr/>
            </p:nvSpPr>
            <p:spPr>
              <a:xfrm>
                <a:off x="8787637" y="4360268"/>
                <a:ext cx="68260" cy="917643"/>
              </a:xfrm>
              <a:custGeom>
                <a:rect b="b" l="l" r="r" t="t"/>
                <a:pathLst>
                  <a:path extrusionOk="0" h="917643" w="68260">
                    <a:moveTo>
                      <a:pt x="68261" y="917644"/>
                    </a:moveTo>
                    <a:lnTo>
                      <a:pt x="0" y="917644"/>
                    </a:lnTo>
                    <a:lnTo>
                      <a:pt x="0" y="40"/>
                    </a:lnTo>
                    <a:cubicBezTo>
                      <a:pt x="0" y="16"/>
                      <a:pt x="16" y="0"/>
                      <a:pt x="40" y="0"/>
                    </a:cubicBezTo>
                    <a:lnTo>
                      <a:pt x="68220" y="0"/>
                    </a:lnTo>
                    <a:cubicBezTo>
                      <a:pt x="68244" y="0"/>
                      <a:pt x="68261" y="16"/>
                      <a:pt x="68261" y="40"/>
                    </a:cubicBezTo>
                    <a:lnTo>
                      <a:pt x="68261" y="917644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1"/>
              <p:cNvSpPr/>
              <p:nvPr/>
            </p:nvSpPr>
            <p:spPr>
              <a:xfrm>
                <a:off x="8787641" y="4262442"/>
                <a:ext cx="68260" cy="114896"/>
              </a:xfrm>
              <a:custGeom>
                <a:rect b="b" l="l" r="r" t="t"/>
                <a:pathLst>
                  <a:path extrusionOk="0" h="114896" w="68260">
                    <a:moveTo>
                      <a:pt x="34577" y="100249"/>
                    </a:moveTo>
                    <a:cubicBezTo>
                      <a:pt x="34577" y="109674"/>
                      <a:pt x="41769" y="114896"/>
                      <a:pt x="51194" y="114896"/>
                    </a:cubicBezTo>
                    <a:cubicBezTo>
                      <a:pt x="60619" y="114896"/>
                      <a:pt x="68261" y="107255"/>
                      <a:pt x="68261" y="97830"/>
                    </a:cubicBezTo>
                    <a:lnTo>
                      <a:pt x="43731" y="10606"/>
                    </a:lnTo>
                    <a:lnTo>
                      <a:pt x="34088" y="12"/>
                    </a:lnTo>
                    <a:cubicBezTo>
                      <a:pt x="34072" y="-4"/>
                      <a:pt x="34043" y="-4"/>
                      <a:pt x="34027" y="12"/>
                    </a:cubicBezTo>
                    <a:lnTo>
                      <a:pt x="24533" y="10606"/>
                    </a:lnTo>
                    <a:lnTo>
                      <a:pt x="0" y="97826"/>
                    </a:lnTo>
                    <a:cubicBezTo>
                      <a:pt x="0" y="107251"/>
                      <a:pt x="7641" y="114892"/>
                      <a:pt x="17066" y="114892"/>
                    </a:cubicBezTo>
                    <a:cubicBezTo>
                      <a:pt x="26491" y="114892"/>
                      <a:pt x="34577" y="109670"/>
                      <a:pt x="34577" y="100249"/>
                    </a:cubicBezTo>
                    <a:lnTo>
                      <a:pt x="34577" y="1002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>
                <a:off x="8812170" y="4238920"/>
                <a:ext cx="19201" cy="34128"/>
              </a:xfrm>
              <a:custGeom>
                <a:rect b="b" l="l" r="r" t="t"/>
                <a:pathLst>
                  <a:path extrusionOk="0" h="34128" w="19201">
                    <a:moveTo>
                      <a:pt x="9599" y="0"/>
                    </a:moveTo>
                    <a:lnTo>
                      <a:pt x="0" y="34128"/>
                    </a:lnTo>
                    <a:lnTo>
                      <a:pt x="19202" y="34128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descr="График и заметка бумаги с карандашами" id="493" name="Google Shape;493;p11"/>
          <p:cNvGrpSpPr/>
          <p:nvPr/>
        </p:nvGrpSpPr>
        <p:grpSpPr>
          <a:xfrm>
            <a:off x="14806124" y="7117238"/>
            <a:ext cx="127799" cy="1793499"/>
            <a:chOff x="8905199" y="4238920"/>
            <a:chExt cx="93185" cy="1244566"/>
          </a:xfrm>
        </p:grpSpPr>
        <p:sp>
          <p:nvSpPr>
            <p:cNvPr id="494" name="Google Shape;494;p11"/>
            <p:cNvSpPr/>
            <p:nvPr/>
          </p:nvSpPr>
          <p:spPr>
            <a:xfrm>
              <a:off x="8930104" y="4262766"/>
              <a:ext cx="68280" cy="1220720"/>
            </a:xfrm>
            <a:custGeom>
              <a:rect b="b" l="l" r="r" t="t"/>
              <a:pathLst>
                <a:path extrusionOk="0" h="1220720" w="68280">
                  <a:moveTo>
                    <a:pt x="43764" y="34140"/>
                  </a:moveTo>
                  <a:lnTo>
                    <a:pt x="34140" y="0"/>
                  </a:lnTo>
                  <a:lnTo>
                    <a:pt x="24550" y="34140"/>
                  </a:lnTo>
                  <a:lnTo>
                    <a:pt x="0" y="121352"/>
                  </a:lnTo>
                  <a:lnTo>
                    <a:pt x="0" y="1149123"/>
                  </a:lnTo>
                  <a:lnTo>
                    <a:pt x="7605" y="1149123"/>
                  </a:lnTo>
                  <a:lnTo>
                    <a:pt x="7605" y="1220721"/>
                  </a:lnTo>
                  <a:lnTo>
                    <a:pt x="60676" y="1220721"/>
                  </a:lnTo>
                  <a:lnTo>
                    <a:pt x="60676" y="1149123"/>
                  </a:lnTo>
                  <a:lnTo>
                    <a:pt x="68281" y="1149123"/>
                  </a:lnTo>
                  <a:lnTo>
                    <a:pt x="68281" y="121352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descr="График и заметка бумаги с карандашами" id="495" name="Google Shape;495;p11"/>
            <p:cNvGrpSpPr/>
            <p:nvPr/>
          </p:nvGrpSpPr>
          <p:grpSpPr>
            <a:xfrm>
              <a:off x="8905199" y="4238920"/>
              <a:ext cx="68264" cy="1220720"/>
              <a:chOff x="8905199" y="4238920"/>
              <a:chExt cx="68264" cy="1220720"/>
            </a:xfrm>
          </p:grpSpPr>
          <p:sp>
            <p:nvSpPr>
              <p:cNvPr id="496" name="Google Shape;496;p11"/>
              <p:cNvSpPr/>
              <p:nvPr/>
            </p:nvSpPr>
            <p:spPr>
              <a:xfrm>
                <a:off x="8912783" y="5367745"/>
                <a:ext cx="53091" cy="91895"/>
              </a:xfrm>
              <a:custGeom>
                <a:rect b="b" l="l" r="r" t="t"/>
                <a:pathLst>
                  <a:path extrusionOk="0" h="91895" w="53091">
                    <a:moveTo>
                      <a:pt x="0" y="0"/>
                    </a:moveTo>
                    <a:lnTo>
                      <a:pt x="53092" y="0"/>
                    </a:lnTo>
                    <a:lnTo>
                      <a:pt x="53092" y="91896"/>
                    </a:lnTo>
                    <a:lnTo>
                      <a:pt x="0" y="91896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1"/>
              <p:cNvSpPr/>
              <p:nvPr/>
            </p:nvSpPr>
            <p:spPr>
              <a:xfrm>
                <a:off x="8905199" y="5266003"/>
                <a:ext cx="68264" cy="122047"/>
              </a:xfrm>
              <a:custGeom>
                <a:rect b="b" l="l" r="r" t="t"/>
                <a:pathLst>
                  <a:path extrusionOk="0" h="122047" w="68264">
                    <a:moveTo>
                      <a:pt x="68261" y="122048"/>
                    </a:moveTo>
                    <a:lnTo>
                      <a:pt x="0" y="122048"/>
                    </a:lnTo>
                    <a:lnTo>
                      <a:pt x="0" y="11848"/>
                    </a:lnTo>
                    <a:cubicBezTo>
                      <a:pt x="0" y="11848"/>
                      <a:pt x="14457" y="0"/>
                      <a:pt x="35087" y="0"/>
                    </a:cubicBezTo>
                    <a:cubicBezTo>
                      <a:pt x="55717" y="0"/>
                      <a:pt x="68265" y="11884"/>
                      <a:pt x="68265" y="11884"/>
                    </a:cubicBezTo>
                    <a:lnTo>
                      <a:pt x="68261" y="122048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1"/>
              <p:cNvSpPr/>
              <p:nvPr/>
            </p:nvSpPr>
            <p:spPr>
              <a:xfrm>
                <a:off x="8905199" y="4360268"/>
                <a:ext cx="68264" cy="917643"/>
              </a:xfrm>
              <a:custGeom>
                <a:rect b="b" l="l" r="r" t="t"/>
                <a:pathLst>
                  <a:path extrusionOk="0" h="917643" w="68264">
                    <a:moveTo>
                      <a:pt x="68261" y="917644"/>
                    </a:moveTo>
                    <a:lnTo>
                      <a:pt x="0" y="917644"/>
                    </a:lnTo>
                    <a:lnTo>
                      <a:pt x="4" y="40"/>
                    </a:lnTo>
                    <a:cubicBezTo>
                      <a:pt x="4" y="16"/>
                      <a:pt x="20" y="0"/>
                      <a:pt x="45" y="0"/>
                    </a:cubicBezTo>
                    <a:lnTo>
                      <a:pt x="68224" y="0"/>
                    </a:lnTo>
                    <a:cubicBezTo>
                      <a:pt x="68248" y="0"/>
                      <a:pt x="68265" y="16"/>
                      <a:pt x="68265" y="40"/>
                    </a:cubicBezTo>
                    <a:lnTo>
                      <a:pt x="68261" y="917644"/>
                    </a:lnTo>
                    <a:close/>
                  </a:path>
                </a:pathLst>
              </a:custGeom>
              <a:solidFill>
                <a:srgbClr val="D2D2D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1"/>
              <p:cNvSpPr/>
              <p:nvPr/>
            </p:nvSpPr>
            <p:spPr>
              <a:xfrm>
                <a:off x="8905199" y="4263651"/>
                <a:ext cx="68260" cy="113686"/>
              </a:xfrm>
              <a:custGeom>
                <a:rect b="b" l="l" r="r" t="t"/>
                <a:pathLst>
                  <a:path extrusionOk="0" h="113686" w="68260">
                    <a:moveTo>
                      <a:pt x="43731" y="9397"/>
                    </a:moveTo>
                    <a:lnTo>
                      <a:pt x="34104" y="12"/>
                    </a:lnTo>
                    <a:cubicBezTo>
                      <a:pt x="34088" y="-4"/>
                      <a:pt x="34063" y="-4"/>
                      <a:pt x="34047" y="12"/>
                    </a:cubicBezTo>
                    <a:lnTo>
                      <a:pt x="24533" y="9397"/>
                    </a:lnTo>
                    <a:lnTo>
                      <a:pt x="0" y="96620"/>
                    </a:lnTo>
                    <a:cubicBezTo>
                      <a:pt x="0" y="106046"/>
                      <a:pt x="7641" y="113687"/>
                      <a:pt x="17066" y="113687"/>
                    </a:cubicBezTo>
                    <a:cubicBezTo>
                      <a:pt x="26252" y="113687"/>
                      <a:pt x="33748" y="106426"/>
                      <a:pt x="34116" y="97328"/>
                    </a:cubicBezTo>
                    <a:cubicBezTo>
                      <a:pt x="34132" y="96944"/>
                      <a:pt x="34128" y="96944"/>
                      <a:pt x="34144" y="97328"/>
                    </a:cubicBezTo>
                    <a:cubicBezTo>
                      <a:pt x="34517" y="106426"/>
                      <a:pt x="42008" y="113687"/>
                      <a:pt x="51194" y="113687"/>
                    </a:cubicBezTo>
                    <a:cubicBezTo>
                      <a:pt x="60619" y="113687"/>
                      <a:pt x="68261" y="106046"/>
                      <a:pt x="68261" y="96620"/>
                    </a:cubicBezTo>
                    <a:lnTo>
                      <a:pt x="43731" y="93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1"/>
              <p:cNvSpPr/>
              <p:nvPr/>
            </p:nvSpPr>
            <p:spPr>
              <a:xfrm>
                <a:off x="8929732" y="4238920"/>
                <a:ext cx="19197" cy="34128"/>
              </a:xfrm>
              <a:custGeom>
                <a:rect b="b" l="l" r="r" t="t"/>
                <a:pathLst>
                  <a:path extrusionOk="0" h="34128" w="19197">
                    <a:moveTo>
                      <a:pt x="9599" y="0"/>
                    </a:moveTo>
                    <a:lnTo>
                      <a:pt x="0" y="34128"/>
                    </a:lnTo>
                    <a:lnTo>
                      <a:pt x="19198" y="34128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descr="График и заметка бумаги с карандашами" id="501" name="Google Shape;501;p11"/>
          <p:cNvGrpSpPr/>
          <p:nvPr/>
        </p:nvGrpSpPr>
        <p:grpSpPr>
          <a:xfrm>
            <a:off x="14454651" y="7029063"/>
            <a:ext cx="125172" cy="237009"/>
            <a:chOff x="8670883" y="4180137"/>
            <a:chExt cx="91269" cy="164468"/>
          </a:xfrm>
        </p:grpSpPr>
        <p:sp>
          <p:nvSpPr>
            <p:cNvPr id="502" name="Google Shape;502;p11"/>
            <p:cNvSpPr/>
            <p:nvPr/>
          </p:nvSpPr>
          <p:spPr>
            <a:xfrm>
              <a:off x="8678367" y="4190868"/>
              <a:ext cx="83785" cy="143130"/>
            </a:xfrm>
            <a:custGeom>
              <a:rect b="b" l="l" r="r" t="t"/>
              <a:pathLst>
                <a:path extrusionOk="0" h="143130" w="83785">
                  <a:moveTo>
                    <a:pt x="37304" y="143013"/>
                  </a:moveTo>
                  <a:lnTo>
                    <a:pt x="83786" y="96536"/>
                  </a:lnTo>
                  <a:cubicBezTo>
                    <a:pt x="69964" y="82714"/>
                    <a:pt x="69964" y="60304"/>
                    <a:pt x="83786" y="46482"/>
                  </a:cubicBezTo>
                  <a:lnTo>
                    <a:pt x="37308" y="0"/>
                  </a:lnTo>
                  <a:cubicBezTo>
                    <a:pt x="14567" y="-40"/>
                    <a:pt x="296" y="44852"/>
                    <a:pt x="4" y="70344"/>
                  </a:cubicBezTo>
                  <a:cubicBezTo>
                    <a:pt x="-303" y="96608"/>
                    <a:pt x="15639" y="145849"/>
                    <a:pt x="37304" y="1430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8670883" y="4180137"/>
              <a:ext cx="44788" cy="164468"/>
            </a:xfrm>
            <a:custGeom>
              <a:rect b="b" l="l" r="r" t="t"/>
              <a:pathLst>
                <a:path extrusionOk="0" h="164468" w="44788">
                  <a:moveTo>
                    <a:pt x="44788" y="10727"/>
                  </a:moveTo>
                  <a:lnTo>
                    <a:pt x="34060" y="0"/>
                  </a:lnTo>
                  <a:cubicBezTo>
                    <a:pt x="-11353" y="45414"/>
                    <a:pt x="-11353" y="119050"/>
                    <a:pt x="34060" y="164468"/>
                  </a:cubicBezTo>
                  <a:lnTo>
                    <a:pt x="44788" y="153741"/>
                  </a:lnTo>
                  <a:cubicBezTo>
                    <a:pt x="5296" y="114253"/>
                    <a:pt x="5300" y="50219"/>
                    <a:pt x="44788" y="10727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descr="График и заметка бумаги с карандашами" id="504" name="Google Shape;504;p11"/>
          <p:cNvGrpSpPr/>
          <p:nvPr/>
        </p:nvGrpSpPr>
        <p:grpSpPr>
          <a:xfrm>
            <a:off x="14770100" y="6773873"/>
            <a:ext cx="159494" cy="167588"/>
            <a:chOff x="8881183" y="4010010"/>
            <a:chExt cx="116295" cy="116295"/>
          </a:xfrm>
        </p:grpSpPr>
        <p:sp>
          <p:nvSpPr>
            <p:cNvPr id="505" name="Google Shape;505;p11"/>
            <p:cNvSpPr/>
            <p:nvPr/>
          </p:nvSpPr>
          <p:spPr>
            <a:xfrm>
              <a:off x="8881183" y="4010010"/>
              <a:ext cx="106819" cy="107476"/>
            </a:xfrm>
            <a:custGeom>
              <a:rect b="b" l="l" r="r" t="t"/>
              <a:pathLst>
                <a:path extrusionOk="0" h="107476" w="106819">
                  <a:moveTo>
                    <a:pt x="101127" y="0"/>
                  </a:moveTo>
                  <a:lnTo>
                    <a:pt x="35394" y="0"/>
                  </a:lnTo>
                  <a:cubicBezTo>
                    <a:pt x="35394" y="19546"/>
                    <a:pt x="19546" y="35394"/>
                    <a:pt x="0" y="35394"/>
                  </a:cubicBezTo>
                  <a:lnTo>
                    <a:pt x="0" y="101127"/>
                  </a:lnTo>
                  <a:cubicBezTo>
                    <a:pt x="16694" y="119330"/>
                    <a:pt x="62177" y="94553"/>
                    <a:pt x="80606" y="75105"/>
                  </a:cubicBezTo>
                  <a:cubicBezTo>
                    <a:pt x="97781" y="56979"/>
                    <a:pt x="116474" y="14696"/>
                    <a:pt x="101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1"/>
            <p:cNvSpPr/>
            <p:nvPr/>
          </p:nvSpPr>
          <p:spPr>
            <a:xfrm>
              <a:off x="8881183" y="4010010"/>
              <a:ext cx="116295" cy="116295"/>
            </a:xfrm>
            <a:custGeom>
              <a:rect b="b" l="l" r="r" t="t"/>
              <a:pathLst>
                <a:path extrusionOk="0" h="116295" w="116295">
                  <a:moveTo>
                    <a:pt x="0" y="101127"/>
                  </a:moveTo>
                  <a:lnTo>
                    <a:pt x="0" y="116296"/>
                  </a:lnTo>
                  <a:cubicBezTo>
                    <a:pt x="64228" y="116296"/>
                    <a:pt x="116296" y="64228"/>
                    <a:pt x="116296" y="0"/>
                  </a:cubicBezTo>
                  <a:lnTo>
                    <a:pt x="101127" y="0"/>
                  </a:lnTo>
                  <a:cubicBezTo>
                    <a:pt x="101127" y="55850"/>
                    <a:pt x="55846" y="101127"/>
                    <a:pt x="0" y="101127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descr="График и заметка бумаги с карандашами" id="507" name="Google Shape;507;p11"/>
          <p:cNvGrpSpPr/>
          <p:nvPr/>
        </p:nvGrpSpPr>
        <p:grpSpPr>
          <a:xfrm>
            <a:off x="14314576" y="7594697"/>
            <a:ext cx="159494" cy="167588"/>
            <a:chOff x="8577500" y="4557226"/>
            <a:chExt cx="116295" cy="116295"/>
          </a:xfrm>
        </p:grpSpPr>
        <p:sp>
          <p:nvSpPr>
            <p:cNvPr id="508" name="Google Shape;508;p11"/>
            <p:cNvSpPr/>
            <p:nvPr/>
          </p:nvSpPr>
          <p:spPr>
            <a:xfrm>
              <a:off x="8577500" y="4557226"/>
              <a:ext cx="107035" cy="106964"/>
            </a:xfrm>
            <a:custGeom>
              <a:rect b="b" l="l" r="r" t="t"/>
              <a:pathLst>
                <a:path extrusionOk="0" h="106964" w="107035">
                  <a:moveTo>
                    <a:pt x="101127" y="0"/>
                  </a:moveTo>
                  <a:lnTo>
                    <a:pt x="35394" y="0"/>
                  </a:lnTo>
                  <a:cubicBezTo>
                    <a:pt x="35394" y="19546"/>
                    <a:pt x="19546" y="35394"/>
                    <a:pt x="0" y="35394"/>
                  </a:cubicBezTo>
                  <a:lnTo>
                    <a:pt x="0" y="101127"/>
                  </a:lnTo>
                  <a:cubicBezTo>
                    <a:pt x="15112" y="118197"/>
                    <a:pt x="60915" y="94238"/>
                    <a:pt x="79295" y="75319"/>
                  </a:cubicBezTo>
                  <a:cubicBezTo>
                    <a:pt x="96980" y="57108"/>
                    <a:pt x="117315" y="18688"/>
                    <a:pt x="101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1"/>
            <p:cNvSpPr/>
            <p:nvPr/>
          </p:nvSpPr>
          <p:spPr>
            <a:xfrm>
              <a:off x="8577500" y="4557226"/>
              <a:ext cx="116295" cy="116295"/>
            </a:xfrm>
            <a:custGeom>
              <a:rect b="b" l="l" r="r" t="t"/>
              <a:pathLst>
                <a:path extrusionOk="0" h="116295" w="116295">
                  <a:moveTo>
                    <a:pt x="0" y="101127"/>
                  </a:moveTo>
                  <a:lnTo>
                    <a:pt x="0" y="116296"/>
                  </a:lnTo>
                  <a:cubicBezTo>
                    <a:pt x="64228" y="116296"/>
                    <a:pt x="116296" y="64228"/>
                    <a:pt x="116296" y="0"/>
                  </a:cubicBezTo>
                  <a:lnTo>
                    <a:pt x="101127" y="0"/>
                  </a:lnTo>
                  <a:cubicBezTo>
                    <a:pt x="101127" y="55850"/>
                    <a:pt x="55850" y="101127"/>
                    <a:pt x="0" y="101127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11"/>
          <p:cNvSpPr txBox="1"/>
          <p:nvPr/>
        </p:nvSpPr>
        <p:spPr>
          <a:xfrm>
            <a:off x="3330848" y="6183312"/>
            <a:ext cx="3035664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идеи с критическими проблемами по итогам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полной оценки</a:t>
            </a:r>
            <a:endParaRPr baseline="30000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1"/>
          <p:cNvSpPr txBox="1"/>
          <p:nvPr/>
        </p:nvSpPr>
        <p:spPr>
          <a:xfrm>
            <a:off x="1547579" y="7771319"/>
            <a:ext cx="115969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123</a:t>
            </a:r>
            <a:endParaRPr/>
          </a:p>
        </p:txBody>
      </p:sp>
      <p:sp>
        <p:nvSpPr>
          <p:cNvPr id="511" name="Google Shape;511;p11"/>
          <p:cNvSpPr txBox="1"/>
          <p:nvPr/>
        </p:nvSpPr>
        <p:spPr>
          <a:xfrm>
            <a:off x="1710167" y="4599328"/>
            <a:ext cx="94691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12" name="Google Shape;512;p11"/>
          <p:cNvSpPr txBox="1"/>
          <p:nvPr/>
        </p:nvSpPr>
        <p:spPr>
          <a:xfrm>
            <a:off x="1693033" y="2838173"/>
            <a:ext cx="94691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cxnSp>
        <p:nvCxnSpPr>
          <p:cNvPr id="513" name="Google Shape;513;p11"/>
          <p:cNvCxnSpPr>
            <a:stCxn id="431" idx="3"/>
            <a:endCxn id="514" idx="1"/>
          </p:cNvCxnSpPr>
          <p:nvPr/>
        </p:nvCxnSpPr>
        <p:spPr>
          <a:xfrm flipH="1" rot="10800000">
            <a:off x="2796087" y="3210124"/>
            <a:ext cx="558300" cy="25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515" name="Google Shape;515;p11"/>
          <p:cNvSpPr/>
          <p:nvPr/>
        </p:nvSpPr>
        <p:spPr>
          <a:xfrm>
            <a:off x="13366110" y="2249958"/>
            <a:ext cx="4577523" cy="128358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13366111" y="2369012"/>
            <a:ext cx="3758216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Технология распознавания синтезированной речи (дипфейка)</a:t>
            </a: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13346537" y="3779135"/>
            <a:ext cx="4597097" cy="126002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13346539" y="3868946"/>
            <a:ext cx="369489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Комплекс моделирования обеспеченности районов Москвы инфраструктурой*</a:t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-151346" y="3701565"/>
            <a:ext cx="156966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Есть полный паспорт идеи</a:t>
            </a:r>
            <a:endParaRPr/>
          </a:p>
        </p:txBody>
      </p:sp>
      <p:sp>
        <p:nvSpPr>
          <p:cNvPr id="395" name="Google Shape;395;p11"/>
          <p:cNvSpPr txBox="1"/>
          <p:nvPr/>
        </p:nvSpPr>
        <p:spPr>
          <a:xfrm>
            <a:off x="3350127" y="7712470"/>
            <a:ext cx="237472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идеи не прошли первичный отсев</a:t>
            </a:r>
            <a:endParaRPr/>
          </a:p>
        </p:txBody>
      </p:sp>
      <p:sp>
        <p:nvSpPr>
          <p:cNvPr id="520" name="Google Shape;520;p11"/>
          <p:cNvSpPr txBox="1"/>
          <p:nvPr/>
        </p:nvSpPr>
        <p:spPr>
          <a:xfrm>
            <a:off x="1706737" y="6270227"/>
            <a:ext cx="94691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cxnSp>
        <p:nvCxnSpPr>
          <p:cNvPr id="521" name="Google Shape;521;p11"/>
          <p:cNvCxnSpPr>
            <a:stCxn id="430" idx="3"/>
            <a:endCxn id="393" idx="1"/>
          </p:cNvCxnSpPr>
          <p:nvPr/>
        </p:nvCxnSpPr>
        <p:spPr>
          <a:xfrm flipH="1" rot="10800000">
            <a:off x="2793002" y="4950169"/>
            <a:ext cx="560100" cy="29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522" name="Google Shape;522;p11"/>
          <p:cNvCxnSpPr>
            <a:stCxn id="523" idx="3"/>
          </p:cNvCxnSpPr>
          <p:nvPr/>
        </p:nvCxnSpPr>
        <p:spPr>
          <a:xfrm>
            <a:off x="12541685" y="2649817"/>
            <a:ext cx="993300" cy="348300"/>
          </a:xfrm>
          <a:prstGeom prst="bentConnector3">
            <a:avLst>
              <a:gd fmla="val 50002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524" name="Google Shape;524;p11"/>
          <p:cNvCxnSpPr/>
          <p:nvPr/>
        </p:nvCxnSpPr>
        <p:spPr>
          <a:xfrm flipH="1" rot="-5400000">
            <a:off x="12601576" y="3324224"/>
            <a:ext cx="1371600" cy="495300"/>
          </a:xfrm>
          <a:prstGeom prst="bentConnector3">
            <a:avLst>
              <a:gd fmla="val 109726" name="adj1"/>
            </a:avLst>
          </a:prstGeom>
          <a:noFill/>
          <a:ln cap="flat" cmpd="sng" w="190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11"/>
          <p:cNvSpPr txBox="1"/>
          <p:nvPr/>
        </p:nvSpPr>
        <p:spPr>
          <a:xfrm>
            <a:off x="3354447" y="2840768"/>
            <a:ext cx="30397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идеи одобрены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пилотирования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14430722" y="5291585"/>
            <a:ext cx="34515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494429"/>
                </a:solidFill>
                <a:latin typeface="Arial"/>
                <a:ea typeface="Arial"/>
                <a:cs typeface="Arial"/>
                <a:sym typeface="Arial"/>
              </a:rPr>
              <a:t>Подробнее об идеях см. далее </a:t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1229632" y="2331072"/>
            <a:ext cx="281141" cy="4990986"/>
          </a:xfrm>
          <a:prstGeom prst="leftBracket">
            <a:avLst>
              <a:gd fmla="val 8333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7523488" y="2998226"/>
            <a:ext cx="1255223" cy="1376463"/>
          </a:xfrm>
          <a:prstGeom prst="rect">
            <a:avLst/>
          </a:prstGeom>
          <a:solidFill>
            <a:srgbClr val="F151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7523061" y="2345378"/>
            <a:ext cx="1256208" cy="654047"/>
          </a:xfrm>
          <a:prstGeom prst="rect">
            <a:avLst/>
          </a:prstGeom>
          <a:solidFill>
            <a:srgbClr val="EF33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 txBox="1"/>
          <p:nvPr/>
        </p:nvSpPr>
        <p:spPr>
          <a:xfrm>
            <a:off x="7698794" y="2346576"/>
            <a:ext cx="94691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30" name="Google Shape;530;p11"/>
          <p:cNvSpPr txBox="1"/>
          <p:nvPr/>
        </p:nvSpPr>
        <p:spPr>
          <a:xfrm>
            <a:off x="7666883" y="3398518"/>
            <a:ext cx="94691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523" name="Google Shape;523;p11"/>
          <p:cNvSpPr txBox="1"/>
          <p:nvPr/>
        </p:nvSpPr>
        <p:spPr>
          <a:xfrm>
            <a:off x="9294416" y="2442068"/>
            <a:ext cx="3247269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идеи </a:t>
            </a:r>
            <a:r>
              <a:rPr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реализованы</a:t>
            </a:r>
            <a:endParaRPr/>
          </a:p>
        </p:txBody>
      </p:sp>
      <p:sp>
        <p:nvSpPr>
          <p:cNvPr id="392" name="Google Shape;392;p11"/>
          <p:cNvSpPr txBox="1"/>
          <p:nvPr/>
        </p:nvSpPr>
        <p:spPr>
          <a:xfrm>
            <a:off x="9295317" y="3377716"/>
            <a:ext cx="333717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идея в предпроектной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проработке</a:t>
            </a:r>
            <a:endParaRPr sz="21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1"/>
          <p:cNvSpPr txBox="1"/>
          <p:nvPr/>
        </p:nvSpPr>
        <p:spPr>
          <a:xfrm>
            <a:off x="7704600" y="4815842"/>
            <a:ext cx="89421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399" name="Google Shape;399;p11"/>
          <p:cNvSpPr txBox="1"/>
          <p:nvPr/>
        </p:nvSpPr>
        <p:spPr>
          <a:xfrm>
            <a:off x="9295317" y="4637443"/>
            <a:ext cx="333717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идея закрыта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после проработки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1"/>
          <p:cNvSpPr txBox="1"/>
          <p:nvPr/>
        </p:nvSpPr>
        <p:spPr>
          <a:xfrm>
            <a:off x="1611284" y="1149052"/>
            <a:ext cx="11555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188</a:t>
            </a:r>
            <a:endParaRPr/>
          </a:p>
        </p:txBody>
      </p:sp>
      <p:sp>
        <p:nvSpPr>
          <p:cNvPr id="533" name="Google Shape;533;p11"/>
          <p:cNvSpPr txBox="1"/>
          <p:nvPr/>
        </p:nvSpPr>
        <p:spPr>
          <a:xfrm>
            <a:off x="1154492" y="1595532"/>
            <a:ext cx="206985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всего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4" name="Google Shape;534;p11"/>
          <p:cNvCxnSpPr>
            <a:stCxn id="528" idx="3"/>
            <a:endCxn id="523" idx="1"/>
          </p:cNvCxnSpPr>
          <p:nvPr/>
        </p:nvCxnSpPr>
        <p:spPr>
          <a:xfrm flipH="1" rot="10800000">
            <a:off x="8779269" y="2649902"/>
            <a:ext cx="515100" cy="22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535" name="Google Shape;535;p11"/>
          <p:cNvSpPr/>
          <p:nvPr/>
        </p:nvSpPr>
        <p:spPr>
          <a:xfrm flipH="1">
            <a:off x="6548286" y="2369012"/>
            <a:ext cx="557511" cy="3478529"/>
          </a:xfrm>
          <a:prstGeom prst="leftBracket">
            <a:avLst>
              <a:gd fmla="val 39689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11"/>
          <p:cNvCxnSpPr/>
          <p:nvPr/>
        </p:nvCxnSpPr>
        <p:spPr>
          <a:xfrm>
            <a:off x="7095891" y="5041257"/>
            <a:ext cx="418113" cy="360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537" name="Google Shape;537;p11"/>
          <p:cNvCxnSpPr/>
          <p:nvPr/>
        </p:nvCxnSpPr>
        <p:spPr>
          <a:xfrm>
            <a:off x="7095892" y="2691773"/>
            <a:ext cx="417212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538" name="Google Shape;538;p11"/>
          <p:cNvSpPr txBox="1"/>
          <p:nvPr/>
        </p:nvSpPr>
        <p:spPr>
          <a:xfrm>
            <a:off x="1224245" y="1899216"/>
            <a:ext cx="206985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49%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от ОИВ</a:t>
            </a:r>
            <a:endParaRPr/>
          </a:p>
        </p:txBody>
      </p:sp>
      <p:sp>
        <p:nvSpPr>
          <p:cNvPr id="539" name="Google Shape;539;p11"/>
          <p:cNvSpPr txBox="1"/>
          <p:nvPr/>
        </p:nvSpPr>
        <p:spPr>
          <a:xfrm>
            <a:off x="7603739" y="1153820"/>
            <a:ext cx="111817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  <p:sp>
        <p:nvSpPr>
          <p:cNvPr id="540" name="Google Shape;540;p11"/>
          <p:cNvSpPr txBox="1"/>
          <p:nvPr/>
        </p:nvSpPr>
        <p:spPr>
          <a:xfrm>
            <a:off x="7119641" y="1600463"/>
            <a:ext cx="206985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всего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17011356" y="2696381"/>
            <a:ext cx="704850" cy="43300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Голос" id="542" name="Google Shape;54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78111" y="2722881"/>
            <a:ext cx="369474" cy="369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опросительный знак со сплошной заливкой" id="543" name="Google Shape;54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69766" y="2734388"/>
            <a:ext cx="356841" cy="33869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1"/>
          <p:cNvSpPr/>
          <p:nvPr/>
        </p:nvSpPr>
        <p:spPr>
          <a:xfrm>
            <a:off x="17019282" y="4162547"/>
            <a:ext cx="704850" cy="43300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Город" id="545" name="Google Shape;5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28215" y="4132319"/>
            <a:ext cx="486984" cy="4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1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Фигура органическое натуральное" id="552" name="Google Shape;5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502181">
            <a:off x="9028020" y="658710"/>
            <a:ext cx="6888870" cy="688887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2"/>
          <p:cNvSpPr/>
          <p:nvPr/>
        </p:nvSpPr>
        <p:spPr>
          <a:xfrm>
            <a:off x="5770874" y="8780619"/>
            <a:ext cx="4354640" cy="553998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5770874" y="6652301"/>
            <a:ext cx="4362140" cy="553998"/>
          </a:xfrm>
          <a:prstGeom prst="roundRect">
            <a:avLst>
              <a:gd fmla="val 16667" name="adj"/>
            </a:avLst>
          </a:prstGeom>
          <a:solidFill>
            <a:srgbClr val="EF334B"/>
          </a:solidFill>
          <a:ln cap="flat" cmpd="sng" w="25400">
            <a:solidFill>
              <a:srgbClr val="EF3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4898126" y="8441113"/>
            <a:ext cx="5464302" cy="4638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1612282" y="2488003"/>
            <a:ext cx="8530949" cy="2168915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7" name="Google Shape;557;p12"/>
          <p:cNvGraphicFramePr/>
          <p:nvPr/>
        </p:nvGraphicFramePr>
        <p:xfrm>
          <a:off x="5772646" y="67095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{4861BEE9-E3F2-4BE1-95DD-99D7DD347A68}</a:tableStyleId>
              </a:tblPr>
              <a:tblGrid>
                <a:gridCol w="2869175"/>
                <a:gridCol w="1483275"/>
              </a:tblGrid>
              <a:tr h="508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ru-RU" sz="2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Сильные и слабые стороны</a:t>
                      </a:r>
                      <a:endParaRPr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Целевая аудитория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rgbClr val="EF33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4,9</a:t>
                      </a: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из 10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Эффекты и преимущества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rgbClr val="EF33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из 10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Соответствие целям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rgbClr val="EF33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5,7 </a:t>
                      </a: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из 10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Инновационность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rgbClr val="EF33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из 10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Реализуемость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rgbClr val="EF334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6,7</a:t>
                      </a: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из 10</a:t>
                      </a:r>
                      <a:endParaRPr/>
                    </a:p>
                  </a:txBody>
                  <a:tcPr marT="68575" marB="68575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89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8" name="Google Shape;558;p12"/>
          <p:cNvSpPr txBox="1"/>
          <p:nvPr/>
        </p:nvSpPr>
        <p:spPr>
          <a:xfrm>
            <a:off x="1117139" y="497465"/>
            <a:ext cx="13841874" cy="1069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 пилотного проекта 1.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Технология распознавания синтезированной речи (дипфейка)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1692392" y="6674543"/>
            <a:ext cx="3514200" cy="2204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Итоговая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оценка: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>
                <a:solidFill>
                  <a:srgbClr val="EF334B"/>
                </a:solidFill>
                <a:latin typeface="Arial"/>
                <a:ea typeface="Arial"/>
                <a:cs typeface="Arial"/>
                <a:sym typeface="Arial"/>
              </a:rPr>
              <a:t>62% </a:t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1745609" y="2531678"/>
            <a:ext cx="8530949" cy="1481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Решение на базе ИИ для идентификации синтезированной речи и проверки текстовых сообщений на признаки мошенничества. Присланное в мессенджере голосовое или текстовое сообщение можно перенаправить в чат-бот, определяющий, была ли речь синтезирована. Также предусмотрен тематический блок на сайте «Перезвони сам»</a:t>
            </a:r>
            <a:endParaRPr/>
          </a:p>
        </p:txBody>
      </p:sp>
      <p:pic>
        <p:nvPicPr>
          <p:cNvPr descr="Маркеры-галочки" id="561" name="Google Shape;5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41636" y="497465"/>
            <a:ext cx="1013694" cy="10136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" name="Google Shape;562;p12"/>
          <p:cNvCxnSpPr/>
          <p:nvPr/>
        </p:nvCxnSpPr>
        <p:spPr>
          <a:xfrm>
            <a:off x="5775210" y="6954985"/>
            <a:ext cx="0" cy="2204204"/>
          </a:xfrm>
          <a:prstGeom prst="straightConnector1">
            <a:avLst/>
          </a:prstGeom>
          <a:noFill/>
          <a:ln cap="flat" cmpd="sng" w="190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12"/>
          <p:cNvCxnSpPr/>
          <p:nvPr/>
        </p:nvCxnSpPr>
        <p:spPr>
          <a:xfrm>
            <a:off x="10120340" y="6954984"/>
            <a:ext cx="5186" cy="2295177"/>
          </a:xfrm>
          <a:prstGeom prst="straightConnector1">
            <a:avLst/>
          </a:prstGeom>
          <a:noFill/>
          <a:ln cap="flat" cmpd="sng" w="190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12"/>
          <p:cNvSpPr/>
          <p:nvPr/>
        </p:nvSpPr>
        <p:spPr>
          <a:xfrm>
            <a:off x="1617988" y="4849153"/>
            <a:ext cx="8525243" cy="16194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1745609" y="4926786"/>
            <a:ext cx="839762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Создание ИИ-инструмента позволит:</a:t>
            </a:r>
            <a:endParaRPr/>
          </a:p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Выявлять мошеннические сообщения</a:t>
            </a:r>
            <a:endParaRPr/>
          </a:p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Распознавать подменную речь коллег, родственников и знакомых</a:t>
            </a:r>
            <a:endParaRPr/>
          </a:p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Уведомлять пользователей о признаках мошенничества в сообщениях, </a:t>
            </a:r>
            <a:b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снижая риски финансовых потерь и утечки конфиденциальной информации</a:t>
            </a:r>
            <a:endParaRPr/>
          </a:p>
        </p:txBody>
      </p:sp>
      <p:grpSp>
        <p:nvGrpSpPr>
          <p:cNvPr id="566" name="Google Shape;566;p12"/>
          <p:cNvGrpSpPr/>
          <p:nvPr/>
        </p:nvGrpSpPr>
        <p:grpSpPr>
          <a:xfrm>
            <a:off x="11018846" y="2108873"/>
            <a:ext cx="3009474" cy="3410751"/>
            <a:chOff x="7608973" y="1745640"/>
            <a:chExt cx="3973407" cy="4627622"/>
          </a:xfrm>
        </p:grpSpPr>
        <p:pic>
          <p:nvPicPr>
            <p:cNvPr descr="Облако, несмотря на облако" id="567" name="Google Shape;56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35314" y="1745640"/>
              <a:ext cx="2047066" cy="181961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descr="Мальчик, держащий телефон" id="568" name="Google Shape;568;p12"/>
            <p:cNvGrpSpPr/>
            <p:nvPr/>
          </p:nvGrpSpPr>
          <p:grpSpPr>
            <a:xfrm>
              <a:off x="7608973" y="4327952"/>
              <a:ext cx="2063180" cy="2045310"/>
              <a:chOff x="7608973" y="4327952"/>
              <a:chExt cx="2063180" cy="2045310"/>
            </a:xfrm>
          </p:grpSpPr>
          <p:sp>
            <p:nvSpPr>
              <p:cNvPr id="569" name="Google Shape;569;p12"/>
              <p:cNvSpPr/>
              <p:nvPr/>
            </p:nvSpPr>
            <p:spPr>
              <a:xfrm>
                <a:off x="7627075" y="4327952"/>
                <a:ext cx="2024111" cy="2021722"/>
              </a:xfrm>
              <a:custGeom>
                <a:rect b="b" l="l" r="r" t="t"/>
                <a:pathLst>
                  <a:path extrusionOk="0" h="2021722" w="2024111">
                    <a:moveTo>
                      <a:pt x="1910196" y="936009"/>
                    </a:moveTo>
                    <a:cubicBezTo>
                      <a:pt x="1909002" y="909884"/>
                      <a:pt x="1914656" y="860769"/>
                      <a:pt x="1915203" y="836787"/>
                    </a:cubicBezTo>
                    <a:cubicBezTo>
                      <a:pt x="1917358" y="741537"/>
                      <a:pt x="1872643" y="620816"/>
                      <a:pt x="1834494" y="563764"/>
                    </a:cubicBezTo>
                    <a:cubicBezTo>
                      <a:pt x="1817019" y="518614"/>
                      <a:pt x="1759953" y="489016"/>
                      <a:pt x="1723246" y="463052"/>
                    </a:cubicBezTo>
                    <a:cubicBezTo>
                      <a:pt x="1681582" y="437253"/>
                      <a:pt x="1590693" y="390124"/>
                      <a:pt x="1550753" y="362836"/>
                    </a:cubicBezTo>
                    <a:cubicBezTo>
                      <a:pt x="1516782" y="356885"/>
                      <a:pt x="1479213" y="368791"/>
                      <a:pt x="1410077" y="324800"/>
                    </a:cubicBezTo>
                    <a:cubicBezTo>
                      <a:pt x="1377067" y="274365"/>
                      <a:pt x="1369159" y="231201"/>
                      <a:pt x="1362991" y="180928"/>
                    </a:cubicBezTo>
                    <a:cubicBezTo>
                      <a:pt x="1359211" y="150006"/>
                      <a:pt x="1358382" y="120238"/>
                      <a:pt x="1345599" y="90305"/>
                    </a:cubicBezTo>
                    <a:cubicBezTo>
                      <a:pt x="1289842" y="12085"/>
                      <a:pt x="1069584" y="-21817"/>
                      <a:pt x="988378" y="24488"/>
                    </a:cubicBezTo>
                    <a:cubicBezTo>
                      <a:pt x="944658" y="-2631"/>
                      <a:pt x="944758" y="45656"/>
                      <a:pt x="942138" y="76744"/>
                    </a:cubicBezTo>
                    <a:cubicBezTo>
                      <a:pt x="940447" y="96918"/>
                      <a:pt x="938756" y="110645"/>
                      <a:pt x="928062" y="132807"/>
                    </a:cubicBezTo>
                    <a:cubicBezTo>
                      <a:pt x="883712" y="275685"/>
                      <a:pt x="780919" y="294705"/>
                      <a:pt x="658066" y="330920"/>
                    </a:cubicBezTo>
                    <a:cubicBezTo>
                      <a:pt x="653307" y="332406"/>
                      <a:pt x="648035" y="330755"/>
                      <a:pt x="645183" y="326786"/>
                    </a:cubicBezTo>
                    <a:cubicBezTo>
                      <a:pt x="641420" y="321328"/>
                      <a:pt x="637988" y="315045"/>
                      <a:pt x="635882" y="309752"/>
                    </a:cubicBezTo>
                    <a:cubicBezTo>
                      <a:pt x="634175" y="305618"/>
                      <a:pt x="629052" y="302643"/>
                      <a:pt x="624492" y="303139"/>
                    </a:cubicBezTo>
                    <a:cubicBezTo>
                      <a:pt x="607448" y="305287"/>
                      <a:pt x="591134" y="306777"/>
                      <a:pt x="573079" y="315377"/>
                    </a:cubicBezTo>
                    <a:cubicBezTo>
                      <a:pt x="457935" y="371104"/>
                      <a:pt x="305271" y="434939"/>
                      <a:pt x="217864" y="582780"/>
                    </a:cubicBezTo>
                    <a:cubicBezTo>
                      <a:pt x="105820" y="772294"/>
                      <a:pt x="31876" y="942296"/>
                      <a:pt x="9527" y="1170508"/>
                    </a:cubicBezTo>
                    <a:cubicBezTo>
                      <a:pt x="-22670" y="1372922"/>
                      <a:pt x="34827" y="1628915"/>
                      <a:pt x="62283" y="1718214"/>
                    </a:cubicBezTo>
                    <a:lnTo>
                      <a:pt x="78829" y="1764519"/>
                    </a:lnTo>
                    <a:cubicBezTo>
                      <a:pt x="96635" y="1795937"/>
                      <a:pt x="112353" y="1862251"/>
                      <a:pt x="170033" y="1893840"/>
                    </a:cubicBezTo>
                    <a:cubicBezTo>
                      <a:pt x="227713" y="1925590"/>
                      <a:pt x="256097" y="1910377"/>
                      <a:pt x="297595" y="1913021"/>
                    </a:cubicBezTo>
                    <a:cubicBezTo>
                      <a:pt x="337701" y="1909384"/>
                      <a:pt x="311257" y="1963460"/>
                      <a:pt x="329643" y="1987935"/>
                    </a:cubicBezTo>
                    <a:cubicBezTo>
                      <a:pt x="862838" y="2081864"/>
                      <a:pt x="1439886" y="1962301"/>
                      <a:pt x="1977591" y="2013402"/>
                    </a:cubicBezTo>
                    <a:cubicBezTo>
                      <a:pt x="1994569" y="2014561"/>
                      <a:pt x="2025241" y="2017702"/>
                      <a:pt x="2024080" y="2000834"/>
                    </a:cubicBezTo>
                    <a:cubicBezTo>
                      <a:pt x="2010568" y="1884081"/>
                      <a:pt x="2000902" y="1771628"/>
                      <a:pt x="1988318" y="1649421"/>
                    </a:cubicBezTo>
                    <a:cubicBezTo>
                      <a:pt x="1963631" y="1410130"/>
                      <a:pt x="1928748" y="1157940"/>
                      <a:pt x="1910196" y="93600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2"/>
              <p:cNvSpPr/>
              <p:nvPr/>
            </p:nvSpPr>
            <p:spPr>
              <a:xfrm>
                <a:off x="7629083" y="4628932"/>
                <a:ext cx="2020271" cy="1744330"/>
              </a:xfrm>
              <a:custGeom>
                <a:rect b="b" l="l" r="r" t="t"/>
                <a:pathLst>
                  <a:path extrusionOk="0" h="1744330" w="2020271">
                    <a:moveTo>
                      <a:pt x="1394640" y="1747809"/>
                    </a:moveTo>
                    <a:cubicBezTo>
                      <a:pt x="1066897" y="1746820"/>
                      <a:pt x="701005" y="1742520"/>
                      <a:pt x="404034" y="1724163"/>
                    </a:cubicBezTo>
                    <a:cubicBezTo>
                      <a:pt x="336622" y="1719366"/>
                      <a:pt x="322711" y="1717218"/>
                      <a:pt x="321169" y="1712422"/>
                    </a:cubicBezTo>
                    <a:cubicBezTo>
                      <a:pt x="312515" y="1683648"/>
                      <a:pt x="310078" y="1640981"/>
                      <a:pt x="316560" y="1614851"/>
                    </a:cubicBezTo>
                    <a:cubicBezTo>
                      <a:pt x="274581" y="1612206"/>
                      <a:pt x="224760" y="1630399"/>
                      <a:pt x="173496" y="1600631"/>
                    </a:cubicBezTo>
                    <a:cubicBezTo>
                      <a:pt x="129942" y="1575329"/>
                      <a:pt x="76921" y="1459073"/>
                      <a:pt x="76921" y="1459073"/>
                    </a:cubicBezTo>
                    <a:cubicBezTo>
                      <a:pt x="36384" y="1333062"/>
                      <a:pt x="-17267" y="1035726"/>
                      <a:pt x="5381" y="882427"/>
                    </a:cubicBezTo>
                    <a:cubicBezTo>
                      <a:pt x="37263" y="666452"/>
                      <a:pt x="92953" y="456101"/>
                      <a:pt x="211629" y="271052"/>
                    </a:cubicBezTo>
                    <a:cubicBezTo>
                      <a:pt x="286966" y="153637"/>
                      <a:pt x="485969" y="22168"/>
                      <a:pt x="628055" y="3479"/>
                    </a:cubicBezTo>
                    <a:cubicBezTo>
                      <a:pt x="628420" y="3976"/>
                      <a:pt x="632399" y="7282"/>
                      <a:pt x="632764" y="7779"/>
                    </a:cubicBezTo>
                    <a:cubicBezTo>
                      <a:pt x="584004" y="100554"/>
                      <a:pt x="673964" y="182080"/>
                      <a:pt x="725509" y="251866"/>
                    </a:cubicBezTo>
                    <a:cubicBezTo>
                      <a:pt x="846970" y="413765"/>
                      <a:pt x="1098315" y="447501"/>
                      <a:pt x="1288050" y="370274"/>
                    </a:cubicBezTo>
                    <a:cubicBezTo>
                      <a:pt x="1412230" y="319670"/>
                      <a:pt x="1508341" y="211186"/>
                      <a:pt x="1525932" y="69462"/>
                    </a:cubicBezTo>
                    <a:cubicBezTo>
                      <a:pt x="1527109" y="60039"/>
                      <a:pt x="1537604" y="54911"/>
                      <a:pt x="1546010" y="59376"/>
                    </a:cubicBezTo>
                    <a:cubicBezTo>
                      <a:pt x="1581606" y="78392"/>
                      <a:pt x="1633168" y="113287"/>
                      <a:pt x="1654207" y="127176"/>
                    </a:cubicBezTo>
                    <a:lnTo>
                      <a:pt x="1732894" y="162899"/>
                    </a:lnTo>
                    <a:cubicBezTo>
                      <a:pt x="1780991" y="200107"/>
                      <a:pt x="1801665" y="203910"/>
                      <a:pt x="1834227" y="259307"/>
                    </a:cubicBezTo>
                    <a:cubicBezTo>
                      <a:pt x="1886685" y="348444"/>
                      <a:pt x="1905668" y="417734"/>
                      <a:pt x="1912913" y="479251"/>
                    </a:cubicBezTo>
                    <a:cubicBezTo>
                      <a:pt x="1921767" y="531511"/>
                      <a:pt x="1909846" y="565574"/>
                      <a:pt x="1912913" y="613534"/>
                    </a:cubicBezTo>
                    <a:cubicBezTo>
                      <a:pt x="1935561" y="967922"/>
                      <a:pt x="1997568" y="1352740"/>
                      <a:pt x="2020216" y="1700516"/>
                    </a:cubicBezTo>
                    <a:cubicBezTo>
                      <a:pt x="2024062" y="1759550"/>
                      <a:pt x="1827712" y="1733259"/>
                      <a:pt x="1736077" y="1744172"/>
                    </a:cubicBezTo>
                    <a:cubicBezTo>
                      <a:pt x="1638772" y="1746489"/>
                      <a:pt x="1523893" y="1747809"/>
                      <a:pt x="1394640" y="1747809"/>
                    </a:cubicBezTo>
                    <a:close/>
                    <a:moveTo>
                      <a:pt x="1620999" y="575498"/>
                    </a:moveTo>
                    <a:cubicBezTo>
                      <a:pt x="1532183" y="584098"/>
                      <a:pt x="1324923" y="609896"/>
                      <a:pt x="1240550" y="684971"/>
                    </a:cubicBezTo>
                    <a:cubicBezTo>
                      <a:pt x="1240550" y="684971"/>
                      <a:pt x="1120996" y="815782"/>
                      <a:pt x="1120996" y="815782"/>
                    </a:cubicBezTo>
                    <a:lnTo>
                      <a:pt x="1090738" y="835295"/>
                    </a:lnTo>
                    <a:cubicBezTo>
                      <a:pt x="1086063" y="884409"/>
                      <a:pt x="1099194" y="1044322"/>
                      <a:pt x="1159427" y="1106667"/>
                    </a:cubicBezTo>
                    <a:cubicBezTo>
                      <a:pt x="1176238" y="1102040"/>
                      <a:pt x="1322220" y="1062183"/>
                      <a:pt x="1352196" y="1056563"/>
                    </a:cubicBezTo>
                    <a:cubicBezTo>
                      <a:pt x="1382901" y="1050442"/>
                      <a:pt x="1404720" y="1005296"/>
                      <a:pt x="1423620" y="980987"/>
                    </a:cubicBezTo>
                    <a:cubicBezTo>
                      <a:pt x="1481997" y="945265"/>
                      <a:pt x="1578754" y="967757"/>
                      <a:pt x="1599081" y="877631"/>
                    </a:cubicBezTo>
                    <a:cubicBezTo>
                      <a:pt x="1599877" y="877465"/>
                      <a:pt x="1694297" y="857125"/>
                      <a:pt x="1724405" y="850508"/>
                    </a:cubicBezTo>
                    <a:cubicBezTo>
                      <a:pt x="1747600" y="846373"/>
                      <a:pt x="1735546" y="825536"/>
                      <a:pt x="1724405" y="815782"/>
                    </a:cubicBezTo>
                    <a:lnTo>
                      <a:pt x="1487750" y="807514"/>
                    </a:lnTo>
                    <a:cubicBezTo>
                      <a:pt x="1550951" y="786511"/>
                      <a:pt x="1735198" y="778408"/>
                      <a:pt x="1771656" y="724332"/>
                    </a:cubicBezTo>
                    <a:cubicBezTo>
                      <a:pt x="1700182" y="682658"/>
                      <a:pt x="1422244" y="716891"/>
                      <a:pt x="1368345" y="717553"/>
                    </a:cubicBezTo>
                    <a:lnTo>
                      <a:pt x="1423620" y="691257"/>
                    </a:lnTo>
                    <a:cubicBezTo>
                      <a:pt x="1425494" y="690926"/>
                      <a:pt x="1611051" y="655042"/>
                      <a:pt x="1635638" y="655042"/>
                    </a:cubicBezTo>
                    <a:cubicBezTo>
                      <a:pt x="1655136" y="654546"/>
                      <a:pt x="1665647" y="634205"/>
                      <a:pt x="1670986" y="617834"/>
                    </a:cubicBezTo>
                    <a:cubicBezTo>
                      <a:pt x="1659065" y="596997"/>
                      <a:pt x="1650726" y="573843"/>
                      <a:pt x="1620999" y="575498"/>
                    </a:cubicBezTo>
                    <a:lnTo>
                      <a:pt x="1620999" y="5754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2"/>
              <p:cNvSpPr/>
              <p:nvPr/>
            </p:nvSpPr>
            <p:spPr>
              <a:xfrm>
                <a:off x="9009615" y="4886830"/>
                <a:ext cx="632867" cy="649820"/>
              </a:xfrm>
              <a:custGeom>
                <a:rect b="b" l="l" r="r" t="t"/>
                <a:pathLst>
                  <a:path extrusionOk="0" h="649820" w="632867">
                    <a:moveTo>
                      <a:pt x="107997" y="331985"/>
                    </a:moveTo>
                    <a:cubicBezTo>
                      <a:pt x="104216" y="328348"/>
                      <a:pt x="230237" y="51517"/>
                      <a:pt x="230237" y="51517"/>
                    </a:cubicBezTo>
                    <a:cubicBezTo>
                      <a:pt x="230237" y="51517"/>
                      <a:pt x="249154" y="10837"/>
                      <a:pt x="279743" y="4886"/>
                    </a:cubicBezTo>
                    <a:cubicBezTo>
                      <a:pt x="310680" y="-1070"/>
                      <a:pt x="564015" y="13812"/>
                      <a:pt x="564015" y="13812"/>
                    </a:cubicBezTo>
                    <a:cubicBezTo>
                      <a:pt x="564015" y="13812"/>
                      <a:pt x="648852" y="13647"/>
                      <a:pt x="630183" y="44076"/>
                    </a:cubicBezTo>
                    <a:cubicBezTo>
                      <a:pt x="611515" y="74506"/>
                      <a:pt x="348681" y="641066"/>
                      <a:pt x="334356" y="648673"/>
                    </a:cubicBezTo>
                    <a:cubicBezTo>
                      <a:pt x="320048" y="656279"/>
                      <a:pt x="228944" y="653304"/>
                      <a:pt x="218532" y="648342"/>
                    </a:cubicBezTo>
                    <a:cubicBezTo>
                      <a:pt x="208120" y="643545"/>
                      <a:pt x="213027" y="629818"/>
                      <a:pt x="222295" y="619567"/>
                    </a:cubicBezTo>
                    <a:cubicBezTo>
                      <a:pt x="231563" y="609478"/>
                      <a:pt x="337108" y="598068"/>
                      <a:pt x="347619" y="592941"/>
                    </a:cubicBezTo>
                    <a:cubicBezTo>
                      <a:pt x="358131" y="587817"/>
                      <a:pt x="373483" y="558050"/>
                      <a:pt x="336279" y="558050"/>
                    </a:cubicBezTo>
                    <a:cubicBezTo>
                      <a:pt x="299075" y="558050"/>
                      <a:pt x="82928" y="560032"/>
                      <a:pt x="82647" y="549781"/>
                    </a:cubicBezTo>
                    <a:cubicBezTo>
                      <a:pt x="82348" y="539526"/>
                      <a:pt x="246684" y="523651"/>
                      <a:pt x="285032" y="516873"/>
                    </a:cubicBezTo>
                    <a:cubicBezTo>
                      <a:pt x="323364" y="510090"/>
                      <a:pt x="388753" y="488922"/>
                      <a:pt x="391141" y="476354"/>
                    </a:cubicBezTo>
                    <a:cubicBezTo>
                      <a:pt x="393528" y="463951"/>
                      <a:pt x="376236" y="455521"/>
                      <a:pt x="376236" y="455521"/>
                    </a:cubicBezTo>
                    <a:cubicBezTo>
                      <a:pt x="376236" y="455521"/>
                      <a:pt x="337489" y="451387"/>
                      <a:pt x="289028" y="447414"/>
                    </a:cubicBezTo>
                    <a:cubicBezTo>
                      <a:pt x="143460" y="435177"/>
                      <a:pt x="3662" y="463293"/>
                      <a:pt x="97" y="455024"/>
                    </a:cubicBezTo>
                    <a:cubicBezTo>
                      <a:pt x="-3467" y="446590"/>
                      <a:pt x="91898" y="421619"/>
                      <a:pt x="91898" y="421619"/>
                    </a:cubicBezTo>
                    <a:lnTo>
                      <a:pt x="255123" y="397144"/>
                    </a:lnTo>
                    <a:cubicBezTo>
                      <a:pt x="255123" y="397144"/>
                      <a:pt x="289044" y="373328"/>
                      <a:pt x="289044" y="350012"/>
                    </a:cubicBezTo>
                    <a:cubicBezTo>
                      <a:pt x="289044" y="326696"/>
                      <a:pt x="198189" y="317766"/>
                      <a:pt x="198189" y="317766"/>
                    </a:cubicBezTo>
                    <a:cubicBezTo>
                      <a:pt x="198189" y="317766"/>
                      <a:pt x="111760" y="335462"/>
                      <a:pt x="107997" y="331985"/>
                    </a:cubicBezTo>
                    <a:close/>
                  </a:path>
                </a:pathLst>
              </a:custGeom>
              <a:solidFill>
                <a:srgbClr val="EF33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descr="Мальчик, держащий телефон" id="572" name="Google Shape;572;p12"/>
              <p:cNvGrpSpPr/>
              <p:nvPr/>
            </p:nvGrpSpPr>
            <p:grpSpPr>
              <a:xfrm>
                <a:off x="7608973" y="4364187"/>
                <a:ext cx="2063180" cy="1999486"/>
                <a:chOff x="7608973" y="4364187"/>
                <a:chExt cx="2063180" cy="1999486"/>
              </a:xfrm>
            </p:grpSpPr>
            <p:sp>
              <p:nvSpPr>
                <p:cNvPr id="573" name="Google Shape;573;p12"/>
                <p:cNvSpPr/>
                <p:nvPr/>
              </p:nvSpPr>
              <p:spPr>
                <a:xfrm>
                  <a:off x="7608973" y="4364187"/>
                  <a:ext cx="2063180" cy="1999486"/>
                </a:xfrm>
                <a:custGeom>
                  <a:rect b="b" l="l" r="r" t="t"/>
                  <a:pathLst>
                    <a:path extrusionOk="0" h="1999486" w="2063180">
                      <a:moveTo>
                        <a:pt x="2061000" y="1926397"/>
                      </a:moveTo>
                      <a:cubicBezTo>
                        <a:pt x="2036993" y="1552988"/>
                        <a:pt x="1945209" y="1172801"/>
                        <a:pt x="1941512" y="795263"/>
                      </a:cubicBezTo>
                      <a:cubicBezTo>
                        <a:pt x="1959385" y="753754"/>
                        <a:pt x="2028305" y="595659"/>
                        <a:pt x="2045714" y="556468"/>
                      </a:cubicBezTo>
                      <a:cubicBezTo>
                        <a:pt x="2050969" y="544558"/>
                        <a:pt x="2044769" y="537945"/>
                        <a:pt x="2031588" y="536124"/>
                      </a:cubicBezTo>
                      <a:cubicBezTo>
                        <a:pt x="1982579" y="529180"/>
                        <a:pt x="1930205" y="524052"/>
                        <a:pt x="1871431" y="520249"/>
                      </a:cubicBezTo>
                      <a:cubicBezTo>
                        <a:pt x="1867965" y="519918"/>
                        <a:pt x="1861632" y="513305"/>
                        <a:pt x="1860339" y="510329"/>
                      </a:cubicBezTo>
                      <a:cubicBezTo>
                        <a:pt x="1794137" y="410113"/>
                        <a:pt x="1667586" y="385308"/>
                        <a:pt x="1573995" y="319325"/>
                      </a:cubicBezTo>
                      <a:cubicBezTo>
                        <a:pt x="1581075" y="283606"/>
                        <a:pt x="1524522" y="276658"/>
                        <a:pt x="1521455" y="311719"/>
                      </a:cubicBezTo>
                      <a:cubicBezTo>
                        <a:pt x="1403011" y="271531"/>
                        <a:pt x="1407935" y="233995"/>
                        <a:pt x="1382254" y="125677"/>
                      </a:cubicBezTo>
                      <a:cubicBezTo>
                        <a:pt x="1381093" y="123525"/>
                        <a:pt x="1372704" y="125014"/>
                        <a:pt x="1372870" y="126666"/>
                      </a:cubicBezTo>
                      <a:cubicBezTo>
                        <a:pt x="1373284" y="194469"/>
                        <a:pt x="1381972" y="281786"/>
                        <a:pt x="1453114" y="314363"/>
                      </a:cubicBezTo>
                      <a:cubicBezTo>
                        <a:pt x="1471716" y="324618"/>
                        <a:pt x="1495806" y="340327"/>
                        <a:pt x="1520012" y="341813"/>
                      </a:cubicBezTo>
                      <a:cubicBezTo>
                        <a:pt x="1508141" y="584084"/>
                        <a:pt x="1227567" y="695047"/>
                        <a:pt x="1007492" y="652214"/>
                      </a:cubicBezTo>
                      <a:cubicBezTo>
                        <a:pt x="832280" y="625426"/>
                        <a:pt x="701087" y="486186"/>
                        <a:pt x="650536" y="321638"/>
                      </a:cubicBezTo>
                      <a:cubicBezTo>
                        <a:pt x="650088" y="320153"/>
                        <a:pt x="651597" y="318994"/>
                        <a:pt x="653040" y="319491"/>
                      </a:cubicBezTo>
                      <a:cubicBezTo>
                        <a:pt x="669254" y="326104"/>
                        <a:pt x="686911" y="316018"/>
                        <a:pt x="703010" y="310229"/>
                      </a:cubicBezTo>
                      <a:cubicBezTo>
                        <a:pt x="703010" y="310229"/>
                        <a:pt x="771301" y="284927"/>
                        <a:pt x="771301" y="284927"/>
                      </a:cubicBezTo>
                      <a:cubicBezTo>
                        <a:pt x="919521" y="248380"/>
                        <a:pt x="970718" y="144858"/>
                        <a:pt x="967668" y="6114"/>
                      </a:cubicBezTo>
                      <a:cubicBezTo>
                        <a:pt x="960257" y="-8606"/>
                        <a:pt x="950989" y="42826"/>
                        <a:pt x="947275" y="50101"/>
                      </a:cubicBezTo>
                      <a:cubicBezTo>
                        <a:pt x="928325" y="136590"/>
                        <a:pt x="873132" y="212827"/>
                        <a:pt x="784995" y="233002"/>
                      </a:cubicBezTo>
                      <a:cubicBezTo>
                        <a:pt x="744757" y="246725"/>
                        <a:pt x="705596" y="264421"/>
                        <a:pt x="664612" y="275996"/>
                      </a:cubicBezTo>
                      <a:cubicBezTo>
                        <a:pt x="663634" y="275007"/>
                        <a:pt x="663319" y="274676"/>
                        <a:pt x="662341" y="273848"/>
                      </a:cubicBezTo>
                      <a:cubicBezTo>
                        <a:pt x="665060" y="265745"/>
                        <a:pt x="657035" y="259624"/>
                        <a:pt x="649392" y="259293"/>
                      </a:cubicBezTo>
                      <a:cubicBezTo>
                        <a:pt x="610016" y="250036"/>
                        <a:pt x="568136" y="275830"/>
                        <a:pt x="534828" y="295347"/>
                      </a:cubicBezTo>
                      <a:cubicBezTo>
                        <a:pt x="369498" y="346279"/>
                        <a:pt x="242914" y="460387"/>
                        <a:pt x="168737" y="617323"/>
                      </a:cubicBezTo>
                      <a:cubicBezTo>
                        <a:pt x="45717" y="847187"/>
                        <a:pt x="-13819" y="1110622"/>
                        <a:pt x="2710" y="1370919"/>
                      </a:cubicBezTo>
                      <a:cubicBezTo>
                        <a:pt x="11779" y="1504867"/>
                        <a:pt x="39003" y="1639974"/>
                        <a:pt x="92853" y="1762350"/>
                      </a:cubicBezTo>
                      <a:cubicBezTo>
                        <a:pt x="133671" y="1868683"/>
                        <a:pt x="207118" y="1913663"/>
                        <a:pt x="321334" y="1897954"/>
                      </a:cubicBezTo>
                      <a:cubicBezTo>
                        <a:pt x="316029" y="1919949"/>
                        <a:pt x="315681" y="1942272"/>
                        <a:pt x="314935" y="1963605"/>
                      </a:cubicBezTo>
                      <a:cubicBezTo>
                        <a:pt x="313608" y="1979315"/>
                        <a:pt x="335261" y="1985601"/>
                        <a:pt x="345358" y="1975180"/>
                      </a:cubicBezTo>
                      <a:cubicBezTo>
                        <a:pt x="348392" y="1972039"/>
                        <a:pt x="350017" y="1967905"/>
                        <a:pt x="349868" y="1963605"/>
                      </a:cubicBezTo>
                      <a:cubicBezTo>
                        <a:pt x="349718" y="1939958"/>
                        <a:pt x="349801" y="1915484"/>
                        <a:pt x="343932" y="1892661"/>
                      </a:cubicBezTo>
                      <a:cubicBezTo>
                        <a:pt x="404911" y="1873976"/>
                        <a:pt x="460768" y="1838915"/>
                        <a:pt x="516773" y="1810141"/>
                      </a:cubicBezTo>
                      <a:lnTo>
                        <a:pt x="516790" y="1810141"/>
                      </a:lnTo>
                      <a:cubicBezTo>
                        <a:pt x="575398" y="1778060"/>
                        <a:pt x="628353" y="1753089"/>
                        <a:pt x="688304" y="1717536"/>
                      </a:cubicBezTo>
                      <a:cubicBezTo>
                        <a:pt x="700308" y="1733245"/>
                        <a:pt x="716473" y="1755406"/>
                        <a:pt x="738606" y="1754082"/>
                      </a:cubicBezTo>
                      <a:cubicBezTo>
                        <a:pt x="760541" y="1752592"/>
                        <a:pt x="759745" y="1723983"/>
                        <a:pt x="744227" y="1713898"/>
                      </a:cubicBezTo>
                      <a:cubicBezTo>
                        <a:pt x="736152" y="1707612"/>
                        <a:pt x="726171" y="1704140"/>
                        <a:pt x="716589" y="1700667"/>
                      </a:cubicBezTo>
                      <a:cubicBezTo>
                        <a:pt x="868373" y="1608886"/>
                        <a:pt x="1000130" y="1516773"/>
                        <a:pt x="1138818" y="1409613"/>
                      </a:cubicBezTo>
                      <a:lnTo>
                        <a:pt x="1138834" y="1409613"/>
                      </a:lnTo>
                      <a:cubicBezTo>
                        <a:pt x="1146428" y="1403993"/>
                        <a:pt x="1154286" y="1398204"/>
                        <a:pt x="1161565" y="1391918"/>
                      </a:cubicBezTo>
                      <a:cubicBezTo>
                        <a:pt x="1180134" y="1404651"/>
                        <a:pt x="1212281" y="1400352"/>
                        <a:pt x="1220123" y="1377201"/>
                      </a:cubicBezTo>
                      <a:cubicBezTo>
                        <a:pt x="1288066" y="1339165"/>
                        <a:pt x="1395318" y="1356364"/>
                        <a:pt x="1432904" y="1273348"/>
                      </a:cubicBezTo>
                      <a:cubicBezTo>
                        <a:pt x="1444377" y="1253835"/>
                        <a:pt x="1467638" y="1251518"/>
                        <a:pt x="1487881" y="1246394"/>
                      </a:cubicBezTo>
                      <a:cubicBezTo>
                        <a:pt x="1532447" y="1235643"/>
                        <a:pt x="1582484" y="1222085"/>
                        <a:pt x="1607966" y="1180577"/>
                      </a:cubicBezTo>
                      <a:cubicBezTo>
                        <a:pt x="1645850" y="1191490"/>
                        <a:pt x="1687415" y="1190828"/>
                        <a:pt x="1726410" y="1188349"/>
                      </a:cubicBezTo>
                      <a:cubicBezTo>
                        <a:pt x="1745510" y="1182725"/>
                        <a:pt x="1757911" y="1156595"/>
                        <a:pt x="1768820" y="1140389"/>
                      </a:cubicBezTo>
                      <a:cubicBezTo>
                        <a:pt x="1828573" y="1041167"/>
                        <a:pt x="1874398" y="937148"/>
                        <a:pt x="1922197" y="832140"/>
                      </a:cubicBezTo>
                      <a:cubicBezTo>
                        <a:pt x="1908088" y="1132121"/>
                        <a:pt x="1972980" y="1427971"/>
                        <a:pt x="2000800" y="1726466"/>
                      </a:cubicBezTo>
                      <a:cubicBezTo>
                        <a:pt x="2006470" y="1791456"/>
                        <a:pt x="2012306" y="1866700"/>
                        <a:pt x="2015407" y="1933838"/>
                      </a:cubicBezTo>
                      <a:cubicBezTo>
                        <a:pt x="2017413" y="1956827"/>
                        <a:pt x="2011378" y="1995028"/>
                        <a:pt x="2039596" y="2002966"/>
                      </a:cubicBezTo>
                      <a:cubicBezTo>
                        <a:pt x="2073086" y="1995521"/>
                        <a:pt x="2061133" y="1951368"/>
                        <a:pt x="2061000" y="1926397"/>
                      </a:cubicBezTo>
                      <a:close/>
                      <a:moveTo>
                        <a:pt x="523670" y="1762185"/>
                      </a:moveTo>
                      <a:cubicBezTo>
                        <a:pt x="522708" y="1750279"/>
                        <a:pt x="519591" y="1735558"/>
                        <a:pt x="504803" y="1735558"/>
                      </a:cubicBezTo>
                      <a:cubicBezTo>
                        <a:pt x="484907" y="1738538"/>
                        <a:pt x="481309" y="1767643"/>
                        <a:pt x="482652" y="1784180"/>
                      </a:cubicBezTo>
                      <a:cubicBezTo>
                        <a:pt x="407979" y="1818078"/>
                        <a:pt x="360296" y="1865542"/>
                        <a:pt x="271977" y="1866700"/>
                      </a:cubicBezTo>
                      <a:cubicBezTo>
                        <a:pt x="107990" y="1865873"/>
                        <a:pt x="74135" y="1574156"/>
                        <a:pt x="50625" y="1449470"/>
                      </a:cubicBezTo>
                      <a:cubicBezTo>
                        <a:pt x="69940" y="1450790"/>
                        <a:pt x="116280" y="1452777"/>
                        <a:pt x="114157" y="1424168"/>
                      </a:cubicBezTo>
                      <a:cubicBezTo>
                        <a:pt x="108520" y="1390763"/>
                        <a:pt x="66807" y="1415403"/>
                        <a:pt x="47110" y="1421023"/>
                      </a:cubicBezTo>
                      <a:cubicBezTo>
                        <a:pt x="30083" y="1269876"/>
                        <a:pt x="40644" y="1116080"/>
                        <a:pt x="75710" y="968240"/>
                      </a:cubicBezTo>
                      <a:cubicBezTo>
                        <a:pt x="97329" y="968571"/>
                        <a:pt x="118849" y="954016"/>
                        <a:pt x="141132" y="951868"/>
                      </a:cubicBezTo>
                      <a:cubicBezTo>
                        <a:pt x="162354" y="946575"/>
                        <a:pt x="157463" y="913998"/>
                        <a:pt x="135860" y="914329"/>
                      </a:cubicBezTo>
                      <a:cubicBezTo>
                        <a:pt x="117374" y="918463"/>
                        <a:pt x="99070" y="927890"/>
                        <a:pt x="82010" y="942606"/>
                      </a:cubicBezTo>
                      <a:cubicBezTo>
                        <a:pt x="133986" y="753092"/>
                        <a:pt x="211495" y="570026"/>
                        <a:pt x="344662" y="439715"/>
                      </a:cubicBezTo>
                      <a:cubicBezTo>
                        <a:pt x="420795" y="367115"/>
                        <a:pt x="523504" y="334372"/>
                        <a:pt x="613017" y="282779"/>
                      </a:cubicBezTo>
                      <a:cubicBezTo>
                        <a:pt x="619400" y="281620"/>
                        <a:pt x="627822" y="279965"/>
                        <a:pt x="636261" y="277982"/>
                      </a:cubicBezTo>
                      <a:cubicBezTo>
                        <a:pt x="639096" y="278479"/>
                        <a:pt x="641882" y="278976"/>
                        <a:pt x="644650" y="279634"/>
                      </a:cubicBezTo>
                      <a:cubicBezTo>
                        <a:pt x="640406" y="283606"/>
                        <a:pt x="637554" y="288730"/>
                        <a:pt x="636560" y="294519"/>
                      </a:cubicBezTo>
                      <a:cubicBezTo>
                        <a:pt x="607877" y="392583"/>
                        <a:pt x="693162" y="510164"/>
                        <a:pt x="765714" y="576312"/>
                      </a:cubicBezTo>
                      <a:cubicBezTo>
                        <a:pt x="670282" y="597645"/>
                        <a:pt x="762779" y="691409"/>
                        <a:pt x="791710" y="597645"/>
                      </a:cubicBezTo>
                      <a:cubicBezTo>
                        <a:pt x="1045243" y="798900"/>
                        <a:pt x="1537786" y="695212"/>
                        <a:pt x="1572702" y="338838"/>
                      </a:cubicBezTo>
                      <a:cubicBezTo>
                        <a:pt x="1642601" y="412923"/>
                        <a:pt x="1756518" y="425492"/>
                        <a:pt x="1820664" y="508177"/>
                      </a:cubicBezTo>
                      <a:cubicBezTo>
                        <a:pt x="1823450" y="511318"/>
                        <a:pt x="1826334" y="514629"/>
                        <a:pt x="1829286" y="517604"/>
                      </a:cubicBezTo>
                      <a:cubicBezTo>
                        <a:pt x="1776215" y="520249"/>
                        <a:pt x="1709250" y="499743"/>
                        <a:pt x="1658268" y="522235"/>
                      </a:cubicBezTo>
                      <a:cubicBezTo>
                        <a:pt x="1619489" y="557457"/>
                        <a:pt x="1603324" y="612527"/>
                        <a:pt x="1579218" y="658004"/>
                      </a:cubicBezTo>
                      <a:cubicBezTo>
                        <a:pt x="1569320" y="679337"/>
                        <a:pt x="1556421" y="706457"/>
                        <a:pt x="1547949" y="726135"/>
                      </a:cubicBezTo>
                      <a:cubicBezTo>
                        <a:pt x="1534055" y="715884"/>
                        <a:pt x="1515884" y="709598"/>
                        <a:pt x="1499454" y="710094"/>
                      </a:cubicBezTo>
                      <a:cubicBezTo>
                        <a:pt x="1468351" y="716711"/>
                        <a:pt x="1520311" y="759540"/>
                        <a:pt x="1531353" y="766819"/>
                      </a:cubicBezTo>
                      <a:cubicBezTo>
                        <a:pt x="1522118" y="790797"/>
                        <a:pt x="1514724" y="815603"/>
                        <a:pt x="1509252" y="840740"/>
                      </a:cubicBezTo>
                      <a:cubicBezTo>
                        <a:pt x="1457475" y="850825"/>
                        <a:pt x="1403409" y="867362"/>
                        <a:pt x="1356871" y="881751"/>
                      </a:cubicBezTo>
                      <a:lnTo>
                        <a:pt x="1356854" y="881751"/>
                      </a:lnTo>
                      <a:cubicBezTo>
                        <a:pt x="1348730" y="884230"/>
                        <a:pt x="1340324" y="886713"/>
                        <a:pt x="1332134" y="889358"/>
                      </a:cubicBezTo>
                      <a:cubicBezTo>
                        <a:pt x="1341800" y="875299"/>
                        <a:pt x="1332665" y="858597"/>
                        <a:pt x="1325734" y="844377"/>
                      </a:cubicBezTo>
                      <a:lnTo>
                        <a:pt x="1325734" y="844377"/>
                      </a:lnTo>
                      <a:cubicBezTo>
                        <a:pt x="1318257" y="829822"/>
                        <a:pt x="1312985" y="813782"/>
                        <a:pt x="1305822" y="799231"/>
                      </a:cubicBezTo>
                      <a:lnTo>
                        <a:pt x="1305822" y="799231"/>
                      </a:lnTo>
                      <a:cubicBezTo>
                        <a:pt x="1272332" y="727790"/>
                        <a:pt x="1274189" y="897129"/>
                        <a:pt x="1310713" y="897295"/>
                      </a:cubicBezTo>
                      <a:cubicBezTo>
                        <a:pt x="1230402" y="932848"/>
                        <a:pt x="1193182" y="1006938"/>
                        <a:pt x="1138569" y="1074738"/>
                      </a:cubicBezTo>
                      <a:cubicBezTo>
                        <a:pt x="1128024" y="1074903"/>
                        <a:pt x="1117762" y="1078375"/>
                        <a:pt x="1109290" y="1084661"/>
                      </a:cubicBezTo>
                      <a:cubicBezTo>
                        <a:pt x="1088681" y="1067793"/>
                        <a:pt x="1060264" y="1094416"/>
                        <a:pt x="1040584" y="1102850"/>
                      </a:cubicBezTo>
                      <a:cubicBezTo>
                        <a:pt x="865820" y="1196783"/>
                        <a:pt x="691338" y="1294185"/>
                        <a:pt x="500873" y="1353720"/>
                      </a:cubicBezTo>
                      <a:cubicBezTo>
                        <a:pt x="507555" y="1271858"/>
                        <a:pt x="509312" y="1179419"/>
                        <a:pt x="505632" y="1103181"/>
                      </a:cubicBezTo>
                      <a:cubicBezTo>
                        <a:pt x="490859" y="918628"/>
                        <a:pt x="470632" y="1054894"/>
                        <a:pt x="460585" y="1139069"/>
                      </a:cubicBezTo>
                      <a:cubicBezTo>
                        <a:pt x="449908" y="1137248"/>
                        <a:pt x="428255" y="1130966"/>
                        <a:pt x="425072" y="1145848"/>
                      </a:cubicBezTo>
                      <a:cubicBezTo>
                        <a:pt x="424774" y="1149485"/>
                        <a:pt x="427377" y="1152958"/>
                        <a:pt x="431107" y="1153620"/>
                      </a:cubicBezTo>
                      <a:cubicBezTo>
                        <a:pt x="437623" y="1155606"/>
                        <a:pt x="443724" y="1158747"/>
                        <a:pt x="449344" y="1162550"/>
                      </a:cubicBezTo>
                      <a:cubicBezTo>
                        <a:pt x="451947" y="1164206"/>
                        <a:pt x="454633" y="1165857"/>
                        <a:pt x="457419" y="1167347"/>
                      </a:cubicBezTo>
                      <a:cubicBezTo>
                        <a:pt x="453423" y="1235312"/>
                        <a:pt x="441685" y="1303778"/>
                        <a:pt x="447222" y="1370423"/>
                      </a:cubicBezTo>
                      <a:cubicBezTo>
                        <a:pt x="389609" y="1387618"/>
                        <a:pt x="329674" y="1399528"/>
                        <a:pt x="279753" y="1434419"/>
                      </a:cubicBezTo>
                      <a:cubicBezTo>
                        <a:pt x="268065" y="1441694"/>
                        <a:pt x="270900" y="1455090"/>
                        <a:pt x="282240" y="1448643"/>
                      </a:cubicBezTo>
                      <a:cubicBezTo>
                        <a:pt x="334134" y="1419372"/>
                        <a:pt x="376859" y="1411103"/>
                        <a:pt x="439115" y="1400186"/>
                      </a:cubicBezTo>
                      <a:cubicBezTo>
                        <a:pt x="446343" y="1416396"/>
                        <a:pt x="458314" y="1436736"/>
                        <a:pt x="478077" y="1438388"/>
                      </a:cubicBezTo>
                      <a:cubicBezTo>
                        <a:pt x="509594" y="1436240"/>
                        <a:pt x="491506" y="1404155"/>
                        <a:pt x="476916" y="1391918"/>
                      </a:cubicBezTo>
                      <a:cubicBezTo>
                        <a:pt x="692482" y="1343134"/>
                        <a:pt x="886462" y="1237960"/>
                        <a:pt x="1080889" y="1129145"/>
                      </a:cubicBezTo>
                      <a:cubicBezTo>
                        <a:pt x="1072135" y="1211499"/>
                        <a:pt x="1082646" y="1301791"/>
                        <a:pt x="1136231" y="1367940"/>
                      </a:cubicBezTo>
                      <a:cubicBezTo>
                        <a:pt x="948137" y="1510491"/>
                        <a:pt x="725525" y="1651056"/>
                        <a:pt x="523670" y="1762185"/>
                      </a:cubicBezTo>
                      <a:close/>
                      <a:moveTo>
                        <a:pt x="1746969" y="1104505"/>
                      </a:moveTo>
                      <a:cubicBezTo>
                        <a:pt x="1655218" y="1130966"/>
                        <a:pt x="1552326" y="1138572"/>
                        <a:pt x="1459216" y="1142210"/>
                      </a:cubicBezTo>
                      <a:cubicBezTo>
                        <a:pt x="1453628" y="1142045"/>
                        <a:pt x="1449168" y="1147172"/>
                        <a:pt x="1449467" y="1152627"/>
                      </a:cubicBezTo>
                      <a:cubicBezTo>
                        <a:pt x="1451722" y="1182229"/>
                        <a:pt x="1696584" y="1138076"/>
                        <a:pt x="1732246" y="1128649"/>
                      </a:cubicBezTo>
                      <a:cubicBezTo>
                        <a:pt x="1726609" y="1138572"/>
                        <a:pt x="1720176" y="1145186"/>
                        <a:pt x="1716496" y="1152627"/>
                      </a:cubicBezTo>
                      <a:cubicBezTo>
                        <a:pt x="1716512" y="1152627"/>
                        <a:pt x="1716098" y="1153123"/>
                        <a:pt x="1715385" y="1153123"/>
                      </a:cubicBezTo>
                      <a:cubicBezTo>
                        <a:pt x="1683436" y="1155606"/>
                        <a:pt x="1649067" y="1150148"/>
                        <a:pt x="1617632" y="1157754"/>
                      </a:cubicBezTo>
                      <a:lnTo>
                        <a:pt x="1617782" y="1157092"/>
                      </a:lnTo>
                      <a:lnTo>
                        <a:pt x="1617782" y="1157092"/>
                      </a:lnTo>
                      <a:cubicBezTo>
                        <a:pt x="1618395" y="1154778"/>
                        <a:pt x="1619738" y="1150810"/>
                        <a:pt x="1616157" y="1150479"/>
                      </a:cubicBezTo>
                      <a:cubicBezTo>
                        <a:pt x="1612625" y="1152130"/>
                        <a:pt x="1611780" y="1157423"/>
                        <a:pt x="1609044" y="1160233"/>
                      </a:cubicBezTo>
                      <a:cubicBezTo>
                        <a:pt x="1603241" y="1160071"/>
                        <a:pt x="1598334" y="1165857"/>
                        <a:pt x="1599975" y="1171647"/>
                      </a:cubicBezTo>
                      <a:cubicBezTo>
                        <a:pt x="1582069" y="1190828"/>
                        <a:pt x="1557780" y="1203231"/>
                        <a:pt x="1521853" y="1211996"/>
                      </a:cubicBezTo>
                      <a:cubicBezTo>
                        <a:pt x="1487384" y="1220265"/>
                        <a:pt x="1437032" y="1220099"/>
                        <a:pt x="1414037" y="1250198"/>
                      </a:cubicBezTo>
                      <a:cubicBezTo>
                        <a:pt x="1388587" y="1312212"/>
                        <a:pt x="1321755" y="1317008"/>
                        <a:pt x="1264556" y="1332386"/>
                      </a:cubicBezTo>
                      <a:lnTo>
                        <a:pt x="1264556" y="1332386"/>
                      </a:lnTo>
                      <a:cubicBezTo>
                        <a:pt x="1245307" y="1337845"/>
                        <a:pt x="1225246" y="1342803"/>
                        <a:pt x="1205102" y="1339662"/>
                      </a:cubicBezTo>
                      <a:cubicBezTo>
                        <a:pt x="1198935" y="1339000"/>
                        <a:pt x="1192751" y="1341814"/>
                        <a:pt x="1189020" y="1346772"/>
                      </a:cubicBezTo>
                      <a:cubicBezTo>
                        <a:pt x="1145781" y="1300798"/>
                        <a:pt x="1139829" y="1235146"/>
                        <a:pt x="1135518" y="1176609"/>
                      </a:cubicBezTo>
                      <a:cubicBezTo>
                        <a:pt x="1135386" y="1148327"/>
                        <a:pt x="1122669" y="1115749"/>
                        <a:pt x="1142034" y="1091109"/>
                      </a:cubicBezTo>
                      <a:cubicBezTo>
                        <a:pt x="1209612" y="1037364"/>
                        <a:pt x="1253232" y="954844"/>
                        <a:pt x="1333560" y="923094"/>
                      </a:cubicBezTo>
                      <a:cubicBezTo>
                        <a:pt x="1424448" y="893657"/>
                        <a:pt x="1518537" y="859093"/>
                        <a:pt x="1620534" y="857442"/>
                      </a:cubicBezTo>
                      <a:cubicBezTo>
                        <a:pt x="1643148" y="855125"/>
                        <a:pt x="1690913" y="866700"/>
                        <a:pt x="1670057" y="895805"/>
                      </a:cubicBezTo>
                      <a:cubicBezTo>
                        <a:pt x="1657042" y="910360"/>
                        <a:pt x="1624811" y="910525"/>
                        <a:pt x="1604999" y="912015"/>
                      </a:cubicBezTo>
                      <a:cubicBezTo>
                        <a:pt x="1567032" y="915487"/>
                        <a:pt x="1529330" y="921770"/>
                        <a:pt x="1493353" y="934669"/>
                      </a:cubicBezTo>
                      <a:cubicBezTo>
                        <a:pt x="1483289" y="938141"/>
                        <a:pt x="1403774" y="960302"/>
                        <a:pt x="1392085" y="973864"/>
                      </a:cubicBezTo>
                      <a:cubicBezTo>
                        <a:pt x="1391240" y="974853"/>
                        <a:pt x="1387708" y="977336"/>
                        <a:pt x="1387841" y="980311"/>
                      </a:cubicBezTo>
                      <a:cubicBezTo>
                        <a:pt x="1387940" y="982790"/>
                        <a:pt x="1391455" y="984115"/>
                        <a:pt x="1392815" y="984115"/>
                      </a:cubicBezTo>
                      <a:cubicBezTo>
                        <a:pt x="1471203" y="983949"/>
                        <a:pt x="1535498" y="978325"/>
                        <a:pt x="1594338" y="979815"/>
                      </a:cubicBezTo>
                      <a:cubicBezTo>
                        <a:pt x="1654439" y="982790"/>
                        <a:pt x="1717225" y="977005"/>
                        <a:pt x="1775634" y="992880"/>
                      </a:cubicBezTo>
                      <a:cubicBezTo>
                        <a:pt x="1722945" y="1039350"/>
                        <a:pt x="1454341" y="1030419"/>
                        <a:pt x="1446416" y="1080031"/>
                      </a:cubicBezTo>
                      <a:cubicBezTo>
                        <a:pt x="1447577" y="1085655"/>
                        <a:pt x="1452186" y="1091275"/>
                        <a:pt x="1458768" y="1091275"/>
                      </a:cubicBezTo>
                      <a:cubicBezTo>
                        <a:pt x="1493187" y="1089789"/>
                        <a:pt x="1536608" y="1090281"/>
                        <a:pt x="1572818" y="1090944"/>
                      </a:cubicBezTo>
                      <a:cubicBezTo>
                        <a:pt x="1622407" y="1091606"/>
                        <a:pt x="1672659" y="1091771"/>
                        <a:pt x="1722398" y="1091606"/>
                      </a:cubicBezTo>
                      <a:cubicBezTo>
                        <a:pt x="1730472" y="1092268"/>
                        <a:pt x="1747516" y="1089127"/>
                        <a:pt x="1750699" y="1098057"/>
                      </a:cubicBezTo>
                      <a:cubicBezTo>
                        <a:pt x="1749406" y="1100371"/>
                        <a:pt x="1748179" y="1102519"/>
                        <a:pt x="1746969" y="1104505"/>
                      </a:cubicBezTo>
                      <a:close/>
                      <a:moveTo>
                        <a:pt x="1760696" y="1080527"/>
                      </a:moveTo>
                      <a:cubicBezTo>
                        <a:pt x="1748676" y="1071431"/>
                        <a:pt x="1732495" y="1071265"/>
                        <a:pt x="1717722" y="1071100"/>
                      </a:cubicBezTo>
                      <a:cubicBezTo>
                        <a:pt x="1670670" y="1070934"/>
                        <a:pt x="1617384" y="1068786"/>
                        <a:pt x="1567214" y="1068621"/>
                      </a:cubicBezTo>
                      <a:cubicBezTo>
                        <a:pt x="1564429" y="1068621"/>
                        <a:pt x="1562638" y="1067793"/>
                        <a:pt x="1564545" y="1067462"/>
                      </a:cubicBezTo>
                      <a:cubicBezTo>
                        <a:pt x="1644193" y="1052249"/>
                        <a:pt x="1736424" y="1056384"/>
                        <a:pt x="1801896" y="1003627"/>
                      </a:cubicBezTo>
                      <a:cubicBezTo>
                        <a:pt x="1787854" y="1031247"/>
                        <a:pt x="1774374" y="1056384"/>
                        <a:pt x="1760696" y="1080527"/>
                      </a:cubicBezTo>
                      <a:close/>
                      <a:moveTo>
                        <a:pt x="1926093" y="740027"/>
                      </a:moveTo>
                      <a:cubicBezTo>
                        <a:pt x="1888159" y="823044"/>
                        <a:pt x="1850623" y="906391"/>
                        <a:pt x="1809324" y="989077"/>
                      </a:cubicBezTo>
                      <a:cubicBezTo>
                        <a:pt x="1803853" y="972043"/>
                        <a:pt x="1780277" y="967909"/>
                        <a:pt x="1764709" y="964105"/>
                      </a:cubicBezTo>
                      <a:cubicBezTo>
                        <a:pt x="1745161" y="960633"/>
                        <a:pt x="1724769" y="960468"/>
                        <a:pt x="1704989" y="959640"/>
                      </a:cubicBezTo>
                      <a:cubicBezTo>
                        <a:pt x="1611150" y="956499"/>
                        <a:pt x="1514458" y="955837"/>
                        <a:pt x="1423105" y="973864"/>
                      </a:cubicBezTo>
                      <a:cubicBezTo>
                        <a:pt x="1422741" y="973864"/>
                        <a:pt x="1418894" y="974687"/>
                        <a:pt x="1418745" y="974191"/>
                      </a:cubicBezTo>
                      <a:cubicBezTo>
                        <a:pt x="1418646" y="973698"/>
                        <a:pt x="1421895" y="973036"/>
                        <a:pt x="1422343" y="972871"/>
                      </a:cubicBezTo>
                      <a:cubicBezTo>
                        <a:pt x="1450180" y="965595"/>
                        <a:pt x="1477536" y="956996"/>
                        <a:pt x="1506135" y="952861"/>
                      </a:cubicBezTo>
                      <a:cubicBezTo>
                        <a:pt x="1543091" y="947568"/>
                        <a:pt x="1581075" y="942110"/>
                        <a:pt x="1618693" y="939134"/>
                      </a:cubicBezTo>
                      <a:cubicBezTo>
                        <a:pt x="1647956" y="937313"/>
                        <a:pt x="1685044" y="931031"/>
                        <a:pt x="1698540" y="902754"/>
                      </a:cubicBezTo>
                      <a:cubicBezTo>
                        <a:pt x="1717192" y="868190"/>
                        <a:pt x="1683254" y="834122"/>
                        <a:pt x="1649249" y="830485"/>
                      </a:cubicBezTo>
                      <a:cubicBezTo>
                        <a:pt x="1621976" y="825854"/>
                        <a:pt x="1597024" y="828833"/>
                        <a:pt x="1569767" y="831312"/>
                      </a:cubicBezTo>
                      <a:cubicBezTo>
                        <a:pt x="1580014" y="805017"/>
                        <a:pt x="1607187" y="778891"/>
                        <a:pt x="1609641" y="750940"/>
                      </a:cubicBezTo>
                      <a:cubicBezTo>
                        <a:pt x="1597986" y="725311"/>
                        <a:pt x="1576217" y="777898"/>
                        <a:pt x="1573382" y="789307"/>
                      </a:cubicBezTo>
                      <a:cubicBezTo>
                        <a:pt x="1568093" y="802538"/>
                        <a:pt x="1559488" y="818909"/>
                        <a:pt x="1560118" y="832471"/>
                      </a:cubicBezTo>
                      <a:cubicBezTo>
                        <a:pt x="1546556" y="834122"/>
                        <a:pt x="1532364" y="836274"/>
                        <a:pt x="1517957" y="839084"/>
                      </a:cubicBezTo>
                      <a:cubicBezTo>
                        <a:pt x="1540140" y="801876"/>
                        <a:pt x="1560914" y="753920"/>
                        <a:pt x="1580859" y="712081"/>
                      </a:cubicBezTo>
                      <a:lnTo>
                        <a:pt x="1580859" y="712081"/>
                      </a:lnTo>
                      <a:cubicBezTo>
                        <a:pt x="1601733" y="667597"/>
                        <a:pt x="1624148" y="622120"/>
                        <a:pt x="1646912" y="577632"/>
                      </a:cubicBezTo>
                      <a:cubicBezTo>
                        <a:pt x="1654074" y="561923"/>
                        <a:pt x="1665215" y="540589"/>
                        <a:pt x="1682989" y="537614"/>
                      </a:cubicBezTo>
                      <a:cubicBezTo>
                        <a:pt x="1796011" y="534141"/>
                        <a:pt x="1914073" y="544392"/>
                        <a:pt x="2014561" y="556468"/>
                      </a:cubicBezTo>
                      <a:cubicBezTo>
                        <a:pt x="1983209" y="612858"/>
                        <a:pt x="1953333" y="680331"/>
                        <a:pt x="1926093" y="740027"/>
                      </a:cubicBezTo>
                      <a:lnTo>
                        <a:pt x="1926093" y="7400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12"/>
                <p:cNvSpPr/>
                <p:nvPr/>
              </p:nvSpPr>
              <p:spPr>
                <a:xfrm>
                  <a:off x="9271401" y="4934904"/>
                  <a:ext cx="73707" cy="116385"/>
                </a:xfrm>
                <a:custGeom>
                  <a:rect b="b" l="l" r="r" t="t"/>
                  <a:pathLst>
                    <a:path extrusionOk="0" h="116385" w="73707">
                      <a:moveTo>
                        <a:pt x="32066" y="24611"/>
                      </a:moveTo>
                      <a:cubicBezTo>
                        <a:pt x="12320" y="46772"/>
                        <a:pt x="-23989" y="107627"/>
                        <a:pt x="23080" y="119864"/>
                      </a:cubicBezTo>
                      <a:cubicBezTo>
                        <a:pt x="49392" y="119202"/>
                        <a:pt x="86049" y="30400"/>
                        <a:pt x="69619" y="10718"/>
                      </a:cubicBezTo>
                      <a:cubicBezTo>
                        <a:pt x="57267" y="-4164"/>
                        <a:pt x="32365" y="5595"/>
                        <a:pt x="32066" y="2461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2"/>
                <p:cNvSpPr/>
                <p:nvPr/>
              </p:nvSpPr>
              <p:spPr>
                <a:xfrm>
                  <a:off x="9372164" y="5639290"/>
                  <a:ext cx="134153" cy="695609"/>
                </a:xfrm>
                <a:custGeom>
                  <a:rect b="b" l="l" r="r" t="t"/>
                  <a:pathLst>
                    <a:path extrusionOk="0" h="695609" w="134153">
                      <a:moveTo>
                        <a:pt x="83967" y="601848"/>
                      </a:moveTo>
                      <a:cubicBezTo>
                        <a:pt x="74070" y="604493"/>
                        <a:pt x="64122" y="606976"/>
                        <a:pt x="54920" y="611606"/>
                      </a:cubicBezTo>
                      <a:cubicBezTo>
                        <a:pt x="50792" y="556040"/>
                        <a:pt x="46150" y="507919"/>
                        <a:pt x="42469" y="450536"/>
                      </a:cubicBezTo>
                      <a:cubicBezTo>
                        <a:pt x="61884" y="450536"/>
                        <a:pt x="83619" y="464093"/>
                        <a:pt x="101525" y="453346"/>
                      </a:cubicBezTo>
                      <a:cubicBezTo>
                        <a:pt x="116364" y="441936"/>
                        <a:pt x="107212" y="416468"/>
                        <a:pt x="88577" y="416965"/>
                      </a:cubicBezTo>
                      <a:cubicBezTo>
                        <a:pt x="71616" y="415641"/>
                        <a:pt x="55517" y="421596"/>
                        <a:pt x="41027" y="429864"/>
                      </a:cubicBezTo>
                      <a:cubicBezTo>
                        <a:pt x="32472" y="312284"/>
                        <a:pt x="29338" y="201321"/>
                        <a:pt x="21612" y="85727"/>
                      </a:cubicBezTo>
                      <a:cubicBezTo>
                        <a:pt x="17865" y="60093"/>
                        <a:pt x="23021" y="27516"/>
                        <a:pt x="12576" y="4531"/>
                      </a:cubicBezTo>
                      <a:cubicBezTo>
                        <a:pt x="12029" y="3372"/>
                        <a:pt x="9808" y="3041"/>
                        <a:pt x="9360" y="4200"/>
                      </a:cubicBezTo>
                      <a:cubicBezTo>
                        <a:pt x="-1831" y="29502"/>
                        <a:pt x="4635" y="65221"/>
                        <a:pt x="1203" y="93664"/>
                      </a:cubicBezTo>
                      <a:cubicBezTo>
                        <a:pt x="-1898" y="178994"/>
                        <a:pt x="1584" y="264162"/>
                        <a:pt x="5000" y="347510"/>
                      </a:cubicBezTo>
                      <a:cubicBezTo>
                        <a:pt x="9294" y="433502"/>
                        <a:pt x="14814" y="522138"/>
                        <a:pt x="23751" y="608792"/>
                      </a:cubicBezTo>
                      <a:cubicBezTo>
                        <a:pt x="27117" y="636743"/>
                        <a:pt x="28990" y="665683"/>
                        <a:pt x="38192" y="692637"/>
                      </a:cubicBezTo>
                      <a:cubicBezTo>
                        <a:pt x="39219" y="696440"/>
                        <a:pt x="42668" y="699088"/>
                        <a:pt x="46614" y="699088"/>
                      </a:cubicBezTo>
                      <a:lnTo>
                        <a:pt x="46597" y="699088"/>
                      </a:lnTo>
                      <a:cubicBezTo>
                        <a:pt x="51654" y="699088"/>
                        <a:pt x="55832" y="695120"/>
                        <a:pt x="56247" y="690158"/>
                      </a:cubicBezTo>
                      <a:cubicBezTo>
                        <a:pt x="58170" y="671469"/>
                        <a:pt x="58269" y="652453"/>
                        <a:pt x="56562" y="633598"/>
                      </a:cubicBezTo>
                      <a:cubicBezTo>
                        <a:pt x="78430" y="636412"/>
                        <a:pt x="132960" y="647822"/>
                        <a:pt x="134154" y="613920"/>
                      </a:cubicBezTo>
                      <a:cubicBezTo>
                        <a:pt x="129279" y="591101"/>
                        <a:pt x="100547" y="595566"/>
                        <a:pt x="83967" y="6018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descr="Мальчик, держащий телефон" id="576" name="Google Shape;576;p12"/>
                <p:cNvGrpSpPr/>
                <p:nvPr/>
              </p:nvGrpSpPr>
              <p:grpSpPr>
                <a:xfrm>
                  <a:off x="7798633" y="4768177"/>
                  <a:ext cx="1761888" cy="1569735"/>
                  <a:chOff x="7798633" y="4768177"/>
                  <a:chExt cx="1761888" cy="1569735"/>
                </a:xfrm>
              </p:grpSpPr>
              <p:sp>
                <p:nvSpPr>
                  <p:cNvPr id="577" name="Google Shape;577;p12"/>
                  <p:cNvSpPr/>
                  <p:nvPr/>
                </p:nvSpPr>
                <p:spPr>
                  <a:xfrm>
                    <a:off x="9270278" y="6241628"/>
                    <a:ext cx="58632" cy="96284"/>
                  </a:xfrm>
                  <a:custGeom>
                    <a:rect b="b" l="l" r="r" t="t"/>
                    <a:pathLst>
                      <a:path extrusionOk="0" h="96284" w="58632">
                        <a:moveTo>
                          <a:pt x="40766" y="3479"/>
                        </a:moveTo>
                        <a:cubicBezTo>
                          <a:pt x="10509" y="13568"/>
                          <a:pt x="-24838" y="94267"/>
                          <a:pt x="24684" y="99726"/>
                        </a:cubicBezTo>
                        <a:cubicBezTo>
                          <a:pt x="58772" y="101874"/>
                          <a:pt x="72483" y="10589"/>
                          <a:pt x="40766" y="347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8" name="Google Shape;578;p12"/>
                  <p:cNvSpPr/>
                  <p:nvPr/>
                </p:nvSpPr>
                <p:spPr>
                  <a:xfrm>
                    <a:off x="9467099" y="5726883"/>
                    <a:ext cx="93422" cy="92718"/>
                  </a:xfrm>
                  <a:custGeom>
                    <a:rect b="b" l="l" r="r" t="t"/>
                    <a:pathLst>
                      <a:path extrusionOk="0" h="92718" w="93422">
                        <a:moveTo>
                          <a:pt x="67072" y="36667"/>
                        </a:moveTo>
                        <a:cubicBezTo>
                          <a:pt x="52548" y="26577"/>
                          <a:pt x="18112" y="-9969"/>
                          <a:pt x="1964" y="8716"/>
                        </a:cubicBezTo>
                        <a:cubicBezTo>
                          <a:pt x="-1916" y="13678"/>
                          <a:pt x="820" y="19633"/>
                          <a:pt x="2776" y="24761"/>
                        </a:cubicBezTo>
                        <a:lnTo>
                          <a:pt x="2776" y="24761"/>
                        </a:lnTo>
                        <a:cubicBezTo>
                          <a:pt x="13636" y="55352"/>
                          <a:pt x="37792" y="90909"/>
                          <a:pt x="71929" y="96198"/>
                        </a:cubicBezTo>
                        <a:lnTo>
                          <a:pt x="71929" y="96198"/>
                        </a:lnTo>
                        <a:cubicBezTo>
                          <a:pt x="111040" y="92395"/>
                          <a:pt x="88973" y="50224"/>
                          <a:pt x="67072" y="3666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9" name="Google Shape;579;p12"/>
                  <p:cNvSpPr/>
                  <p:nvPr/>
                </p:nvSpPr>
                <p:spPr>
                  <a:xfrm>
                    <a:off x="9182647" y="4802882"/>
                    <a:ext cx="67439" cy="43349"/>
                  </a:xfrm>
                  <a:custGeom>
                    <a:rect b="b" l="l" r="r" t="t"/>
                    <a:pathLst>
                      <a:path extrusionOk="0" h="43349" w="67439">
                        <a:moveTo>
                          <a:pt x="6174" y="21196"/>
                        </a:moveTo>
                        <a:cubicBezTo>
                          <a:pt x="23632" y="25826"/>
                          <a:pt x="34574" y="45339"/>
                          <a:pt x="52397" y="46829"/>
                        </a:cubicBezTo>
                        <a:cubicBezTo>
                          <a:pt x="76968" y="45174"/>
                          <a:pt x="68828" y="14578"/>
                          <a:pt x="46727" y="9289"/>
                        </a:cubicBezTo>
                        <a:cubicBezTo>
                          <a:pt x="34425" y="5155"/>
                          <a:pt x="21510" y="3334"/>
                          <a:pt x="8561" y="3500"/>
                        </a:cubicBezTo>
                        <a:cubicBezTo>
                          <a:pt x="-1867" y="2838"/>
                          <a:pt x="-2895" y="18220"/>
                          <a:pt x="6174" y="2119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0" name="Google Shape;580;p12"/>
                  <p:cNvSpPr/>
                  <p:nvPr/>
                </p:nvSpPr>
                <p:spPr>
                  <a:xfrm>
                    <a:off x="8635910" y="5144881"/>
                    <a:ext cx="113873" cy="47635"/>
                  </a:xfrm>
                  <a:custGeom>
                    <a:rect b="b" l="l" r="r" t="t"/>
                    <a:pathLst>
                      <a:path extrusionOk="0" h="47635" w="113873">
                        <a:moveTo>
                          <a:pt x="5888" y="20023"/>
                        </a:moveTo>
                        <a:cubicBezTo>
                          <a:pt x="36957" y="29781"/>
                          <a:pt x="65789" y="43508"/>
                          <a:pt x="95284" y="51115"/>
                        </a:cubicBezTo>
                        <a:cubicBezTo>
                          <a:pt x="120468" y="50287"/>
                          <a:pt x="120153" y="6631"/>
                          <a:pt x="93792" y="7951"/>
                        </a:cubicBezTo>
                        <a:cubicBezTo>
                          <a:pt x="66568" y="6797"/>
                          <a:pt x="37206" y="5472"/>
                          <a:pt x="7595" y="3486"/>
                        </a:cubicBezTo>
                        <a:cubicBezTo>
                          <a:pt x="3848" y="3320"/>
                          <a:pt x="582" y="6134"/>
                          <a:pt x="168" y="9772"/>
                        </a:cubicBezTo>
                        <a:cubicBezTo>
                          <a:pt x="-678" y="14237"/>
                          <a:pt x="1743" y="18537"/>
                          <a:pt x="5888" y="2002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1" name="Google Shape;581;p12"/>
                  <p:cNvSpPr/>
                  <p:nvPr/>
                </p:nvSpPr>
                <p:spPr>
                  <a:xfrm>
                    <a:off x="8165289" y="6240249"/>
                    <a:ext cx="79747" cy="67042"/>
                  </a:xfrm>
                  <a:custGeom>
                    <a:rect b="b" l="l" r="r" t="t"/>
                    <a:pathLst>
                      <a:path extrusionOk="0" h="67042" w="79747">
                        <a:moveTo>
                          <a:pt x="60564" y="17923"/>
                        </a:moveTo>
                        <a:cubicBezTo>
                          <a:pt x="42144" y="15937"/>
                          <a:pt x="19828" y="-3079"/>
                          <a:pt x="2867" y="5852"/>
                        </a:cubicBezTo>
                        <a:cubicBezTo>
                          <a:pt x="-11374" y="31154"/>
                          <a:pt x="30887" y="71007"/>
                          <a:pt x="53866" y="70510"/>
                        </a:cubicBezTo>
                        <a:lnTo>
                          <a:pt x="53849" y="70510"/>
                        </a:lnTo>
                        <a:cubicBezTo>
                          <a:pt x="84388" y="71338"/>
                          <a:pt x="89545" y="25364"/>
                          <a:pt x="60564" y="1792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2" name="Google Shape;582;p12"/>
                  <p:cNvSpPr/>
                  <p:nvPr/>
                </p:nvSpPr>
                <p:spPr>
                  <a:xfrm>
                    <a:off x="8632878" y="6027884"/>
                    <a:ext cx="132818" cy="109725"/>
                  </a:xfrm>
                  <a:custGeom>
                    <a:rect b="b" l="l" r="r" t="t"/>
                    <a:pathLst>
                      <a:path extrusionOk="0" h="109725" w="132818">
                        <a:moveTo>
                          <a:pt x="118145" y="4724"/>
                        </a:moveTo>
                        <a:cubicBezTo>
                          <a:pt x="97918" y="16299"/>
                          <a:pt x="77343" y="27544"/>
                          <a:pt x="55342" y="35481"/>
                        </a:cubicBezTo>
                        <a:lnTo>
                          <a:pt x="55326" y="35481"/>
                        </a:lnTo>
                        <a:cubicBezTo>
                          <a:pt x="33308" y="43750"/>
                          <a:pt x="1923" y="54663"/>
                          <a:pt x="0" y="82117"/>
                        </a:cubicBezTo>
                        <a:cubicBezTo>
                          <a:pt x="133" y="98488"/>
                          <a:pt x="14192" y="112873"/>
                          <a:pt x="30689" y="113204"/>
                        </a:cubicBezTo>
                        <a:lnTo>
                          <a:pt x="30672" y="113204"/>
                        </a:lnTo>
                        <a:cubicBezTo>
                          <a:pt x="73082" y="106426"/>
                          <a:pt x="86909" y="55821"/>
                          <a:pt x="118195" y="31512"/>
                        </a:cubicBezTo>
                        <a:cubicBezTo>
                          <a:pt x="122207" y="26385"/>
                          <a:pt x="136399" y="17951"/>
                          <a:pt x="131972" y="9682"/>
                        </a:cubicBezTo>
                        <a:cubicBezTo>
                          <a:pt x="129966" y="4393"/>
                          <a:pt x="123136" y="1745"/>
                          <a:pt x="118145" y="472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3" name="Google Shape;583;p12"/>
                  <p:cNvSpPr/>
                  <p:nvPr/>
                </p:nvSpPr>
                <p:spPr>
                  <a:xfrm>
                    <a:off x="8913608" y="6172008"/>
                    <a:ext cx="118563" cy="71073"/>
                  </a:xfrm>
                  <a:custGeom>
                    <a:rect b="b" l="l" r="r" t="t"/>
                    <a:pathLst>
                      <a:path extrusionOk="0" h="71073" w="118563">
                        <a:moveTo>
                          <a:pt x="72777" y="18195"/>
                        </a:moveTo>
                        <a:lnTo>
                          <a:pt x="72744" y="18195"/>
                        </a:lnTo>
                        <a:cubicBezTo>
                          <a:pt x="53578" y="12741"/>
                          <a:pt x="35639" y="3479"/>
                          <a:pt x="15744" y="3479"/>
                        </a:cubicBezTo>
                        <a:cubicBezTo>
                          <a:pt x="-24975" y="5465"/>
                          <a:pt x="24415" y="42674"/>
                          <a:pt x="39386" y="48625"/>
                        </a:cubicBezTo>
                        <a:lnTo>
                          <a:pt x="39403" y="48625"/>
                        </a:lnTo>
                        <a:cubicBezTo>
                          <a:pt x="57209" y="58052"/>
                          <a:pt x="74966" y="74258"/>
                          <a:pt x="95359" y="74424"/>
                        </a:cubicBezTo>
                        <a:lnTo>
                          <a:pt x="95342" y="74424"/>
                        </a:lnTo>
                        <a:cubicBezTo>
                          <a:pt x="111921" y="76241"/>
                          <a:pt x="124041" y="58549"/>
                          <a:pt x="116033" y="43994"/>
                        </a:cubicBezTo>
                        <a:cubicBezTo>
                          <a:pt x="108440" y="28781"/>
                          <a:pt x="89489" y="23157"/>
                          <a:pt x="72777" y="1819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4" name="Google Shape;584;p12"/>
                  <p:cNvSpPr/>
                  <p:nvPr/>
                </p:nvSpPr>
                <p:spPr>
                  <a:xfrm>
                    <a:off x="8934553" y="5758799"/>
                    <a:ext cx="93655" cy="80329"/>
                  </a:xfrm>
                  <a:custGeom>
                    <a:rect b="b" l="l" r="r" t="t"/>
                    <a:pathLst>
                      <a:path extrusionOk="0" h="80329" w="93655">
                        <a:moveTo>
                          <a:pt x="73070" y="83799"/>
                        </a:moveTo>
                        <a:cubicBezTo>
                          <a:pt x="83117" y="84126"/>
                          <a:pt x="94441" y="76023"/>
                          <a:pt x="93612" y="65275"/>
                        </a:cubicBezTo>
                        <a:cubicBezTo>
                          <a:pt x="88622" y="36666"/>
                          <a:pt x="52246" y="25919"/>
                          <a:pt x="30262" y="11530"/>
                        </a:cubicBezTo>
                        <a:cubicBezTo>
                          <a:pt x="-2814" y="-3683"/>
                          <a:pt x="-7324" y="2102"/>
                          <a:pt x="9687" y="33691"/>
                        </a:cubicBezTo>
                        <a:cubicBezTo>
                          <a:pt x="23713" y="54528"/>
                          <a:pt x="47554" y="81647"/>
                          <a:pt x="73070" y="8379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5" name="Google Shape;585;p12"/>
                  <p:cNvSpPr/>
                  <p:nvPr/>
                </p:nvSpPr>
                <p:spPr>
                  <a:xfrm>
                    <a:off x="9213258" y="5971775"/>
                    <a:ext cx="108716" cy="79845"/>
                  </a:xfrm>
                  <a:custGeom>
                    <a:rect b="b" l="l" r="r" t="t"/>
                    <a:pathLst>
                      <a:path extrusionOk="0" h="79845" w="108716">
                        <a:moveTo>
                          <a:pt x="76349" y="54216"/>
                        </a:moveTo>
                        <a:cubicBezTo>
                          <a:pt x="88783" y="44954"/>
                          <a:pt x="99460" y="33545"/>
                          <a:pt x="107883" y="20645"/>
                        </a:cubicBezTo>
                        <a:cubicBezTo>
                          <a:pt x="118958" y="-22845"/>
                          <a:pt x="16198" y="28417"/>
                          <a:pt x="6698" y="41813"/>
                        </a:cubicBezTo>
                        <a:cubicBezTo>
                          <a:pt x="-8074" y="55871"/>
                          <a:pt x="3349" y="83653"/>
                          <a:pt x="23808" y="83322"/>
                        </a:cubicBezTo>
                        <a:lnTo>
                          <a:pt x="23808" y="83322"/>
                        </a:lnTo>
                        <a:cubicBezTo>
                          <a:pt x="44649" y="81505"/>
                          <a:pt x="60134" y="65626"/>
                          <a:pt x="76349" y="5421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6" name="Google Shape;586;p12"/>
                  <p:cNvSpPr/>
                  <p:nvPr/>
                </p:nvSpPr>
                <p:spPr>
                  <a:xfrm>
                    <a:off x="9228849" y="5602202"/>
                    <a:ext cx="59446" cy="85765"/>
                  </a:xfrm>
                  <a:custGeom>
                    <a:rect b="b" l="l" r="r" t="t"/>
                    <a:pathLst>
                      <a:path extrusionOk="0" h="85765" w="59446">
                        <a:moveTo>
                          <a:pt x="57989" y="37154"/>
                        </a:moveTo>
                        <a:lnTo>
                          <a:pt x="57989" y="36989"/>
                        </a:lnTo>
                        <a:cubicBezTo>
                          <a:pt x="74138" y="-59755"/>
                          <a:pt x="-50822" y="83128"/>
                          <a:pt x="24167" y="89245"/>
                        </a:cubicBezTo>
                        <a:cubicBezTo>
                          <a:pt x="49302" y="87755"/>
                          <a:pt x="53297" y="56502"/>
                          <a:pt x="57989" y="3715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7" name="Google Shape;587;p12"/>
                  <p:cNvSpPr/>
                  <p:nvPr/>
                </p:nvSpPr>
                <p:spPr>
                  <a:xfrm>
                    <a:off x="8319195" y="5772142"/>
                    <a:ext cx="98867" cy="76895"/>
                  </a:xfrm>
                  <a:custGeom>
                    <a:rect b="b" l="l" r="r" t="t"/>
                    <a:pathLst>
                      <a:path extrusionOk="0" h="76895" w="98867">
                        <a:moveTo>
                          <a:pt x="81670" y="34070"/>
                        </a:moveTo>
                        <a:cubicBezTo>
                          <a:pt x="55657" y="27788"/>
                          <a:pt x="32214" y="14558"/>
                          <a:pt x="8406" y="3479"/>
                        </a:cubicBezTo>
                        <a:cubicBezTo>
                          <a:pt x="5421" y="3645"/>
                          <a:pt x="2702" y="5296"/>
                          <a:pt x="1243" y="7779"/>
                        </a:cubicBezTo>
                        <a:cubicBezTo>
                          <a:pt x="-348" y="10423"/>
                          <a:pt x="-415" y="13564"/>
                          <a:pt x="1061" y="16213"/>
                        </a:cubicBezTo>
                        <a:cubicBezTo>
                          <a:pt x="17126" y="44160"/>
                          <a:pt x="42327" y="73596"/>
                          <a:pt x="75138" y="80375"/>
                        </a:cubicBezTo>
                        <a:cubicBezTo>
                          <a:pt x="102428" y="80044"/>
                          <a:pt x="108247" y="41677"/>
                          <a:pt x="81670" y="3407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8" name="Google Shape;588;p12"/>
                  <p:cNvSpPr/>
                  <p:nvPr/>
                </p:nvSpPr>
                <p:spPr>
                  <a:xfrm>
                    <a:off x="7872858" y="5936189"/>
                    <a:ext cx="92664" cy="117765"/>
                  </a:xfrm>
                  <a:custGeom>
                    <a:rect b="b" l="l" r="r" t="t"/>
                    <a:pathLst>
                      <a:path extrusionOk="0" h="117765" w="92664">
                        <a:moveTo>
                          <a:pt x="83977" y="3479"/>
                        </a:moveTo>
                        <a:cubicBezTo>
                          <a:pt x="80793" y="3479"/>
                          <a:pt x="77759" y="4803"/>
                          <a:pt x="75770" y="7282"/>
                        </a:cubicBezTo>
                        <a:cubicBezTo>
                          <a:pt x="65109" y="21175"/>
                          <a:pt x="50801" y="30598"/>
                          <a:pt x="38284" y="42674"/>
                        </a:cubicBezTo>
                        <a:cubicBezTo>
                          <a:pt x="26628" y="53587"/>
                          <a:pt x="10248" y="64003"/>
                          <a:pt x="3632" y="78061"/>
                        </a:cubicBezTo>
                        <a:cubicBezTo>
                          <a:pt x="-7061" y="97243"/>
                          <a:pt x="7147" y="122049"/>
                          <a:pt x="29397" y="121225"/>
                        </a:cubicBezTo>
                        <a:cubicBezTo>
                          <a:pt x="63435" y="116594"/>
                          <a:pt x="74808" y="70455"/>
                          <a:pt x="83860" y="41350"/>
                        </a:cubicBezTo>
                        <a:cubicBezTo>
                          <a:pt x="84557" y="29112"/>
                          <a:pt x="103242" y="6123"/>
                          <a:pt x="83977" y="347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" name="Google Shape;589;p12"/>
                  <p:cNvSpPr/>
                  <p:nvPr/>
                </p:nvSpPr>
                <p:spPr>
                  <a:xfrm>
                    <a:off x="8488932" y="5422546"/>
                    <a:ext cx="65078" cy="76796"/>
                  </a:xfrm>
                  <a:custGeom>
                    <a:rect b="b" l="l" r="r" t="t"/>
                    <a:pathLst>
                      <a:path extrusionOk="0" h="76796" w="65078">
                        <a:moveTo>
                          <a:pt x="49974" y="80048"/>
                        </a:moveTo>
                        <a:cubicBezTo>
                          <a:pt x="95651" y="69462"/>
                          <a:pt x="24757" y="12410"/>
                          <a:pt x="7945" y="3479"/>
                        </a:cubicBezTo>
                        <a:cubicBezTo>
                          <a:pt x="-19361" y="7282"/>
                          <a:pt x="30958" y="85010"/>
                          <a:pt x="49974" y="8004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0" name="Google Shape;590;p12"/>
                  <p:cNvSpPr/>
                  <p:nvPr/>
                </p:nvSpPr>
                <p:spPr>
                  <a:xfrm>
                    <a:off x="7798633" y="5501973"/>
                    <a:ext cx="129645" cy="79681"/>
                  </a:xfrm>
                  <a:custGeom>
                    <a:rect b="b" l="l" r="r" t="t"/>
                    <a:pathLst>
                      <a:path extrusionOk="0" h="79681" w="129645">
                        <a:moveTo>
                          <a:pt x="117515" y="37002"/>
                        </a:moveTo>
                        <a:cubicBezTo>
                          <a:pt x="89927" y="26581"/>
                          <a:pt x="60830" y="20796"/>
                          <a:pt x="33739" y="8724"/>
                        </a:cubicBezTo>
                        <a:cubicBezTo>
                          <a:pt x="24471" y="7896"/>
                          <a:pt x="6682" y="-869"/>
                          <a:pt x="0" y="6241"/>
                        </a:cubicBezTo>
                        <a:cubicBezTo>
                          <a:pt x="4062" y="25757"/>
                          <a:pt x="25018" y="40970"/>
                          <a:pt x="41598" y="51552"/>
                        </a:cubicBezTo>
                        <a:cubicBezTo>
                          <a:pt x="60896" y="63955"/>
                          <a:pt x="81621" y="80492"/>
                          <a:pt x="104716" y="83141"/>
                        </a:cubicBezTo>
                        <a:cubicBezTo>
                          <a:pt x="129237" y="84134"/>
                          <a:pt x="139616" y="48246"/>
                          <a:pt x="117515" y="3700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1" name="Google Shape;591;p12"/>
                  <p:cNvSpPr/>
                  <p:nvPr/>
                </p:nvSpPr>
                <p:spPr>
                  <a:xfrm>
                    <a:off x="8264267" y="5261310"/>
                    <a:ext cx="16579" cy="16537"/>
                  </a:xfrm>
                  <a:custGeom>
                    <a:rect b="b" l="l" r="r" t="t"/>
                    <a:pathLst>
                      <a:path extrusionOk="0" h="16537" w="16579">
                        <a:moveTo>
                          <a:pt x="0" y="3479"/>
                        </a:moveTo>
                        <a:lnTo>
                          <a:pt x="0" y="3479"/>
                        </a:lnTo>
                        <a:lnTo>
                          <a:pt x="0" y="347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2" name="Google Shape;592;p12"/>
                  <p:cNvSpPr/>
                  <p:nvPr/>
                </p:nvSpPr>
                <p:spPr>
                  <a:xfrm>
                    <a:off x="7879673" y="5054689"/>
                    <a:ext cx="124413" cy="69693"/>
                  </a:xfrm>
                  <a:custGeom>
                    <a:rect b="b" l="l" r="r" t="t"/>
                    <a:pathLst>
                      <a:path extrusionOk="0" h="69693" w="124413">
                        <a:moveTo>
                          <a:pt x="94768" y="73172"/>
                        </a:moveTo>
                        <a:lnTo>
                          <a:pt x="94752" y="73172"/>
                        </a:lnTo>
                        <a:cubicBezTo>
                          <a:pt x="123417" y="73172"/>
                          <a:pt x="136979" y="27530"/>
                          <a:pt x="109259" y="16120"/>
                        </a:cubicBezTo>
                        <a:cubicBezTo>
                          <a:pt x="91038" y="8348"/>
                          <a:pt x="73049" y="7024"/>
                          <a:pt x="54381" y="5207"/>
                        </a:cubicBezTo>
                        <a:cubicBezTo>
                          <a:pt x="39393" y="3386"/>
                          <a:pt x="11025" y="576"/>
                          <a:pt x="0" y="11489"/>
                        </a:cubicBezTo>
                        <a:cubicBezTo>
                          <a:pt x="11357" y="46550"/>
                          <a:pt x="60548" y="70859"/>
                          <a:pt x="94768" y="7317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3" name="Google Shape;593;p12"/>
                  <p:cNvSpPr/>
                  <p:nvPr/>
                </p:nvSpPr>
                <p:spPr>
                  <a:xfrm>
                    <a:off x="8236632" y="5175649"/>
                    <a:ext cx="133826" cy="85665"/>
                  </a:xfrm>
                  <a:custGeom>
                    <a:rect b="b" l="l" r="r" t="t"/>
                    <a:pathLst>
                      <a:path extrusionOk="0" h="85665" w="133826">
                        <a:moveTo>
                          <a:pt x="27636" y="89140"/>
                        </a:moveTo>
                        <a:cubicBezTo>
                          <a:pt x="52505" y="84178"/>
                          <a:pt x="72881" y="64665"/>
                          <a:pt x="93937" y="51269"/>
                        </a:cubicBezTo>
                        <a:cubicBezTo>
                          <a:pt x="107996" y="39363"/>
                          <a:pt x="133296" y="28285"/>
                          <a:pt x="133827" y="7944"/>
                        </a:cubicBezTo>
                        <a:cubicBezTo>
                          <a:pt x="131357" y="3313"/>
                          <a:pt x="125570" y="3645"/>
                          <a:pt x="120945" y="3479"/>
                        </a:cubicBezTo>
                        <a:cubicBezTo>
                          <a:pt x="83657" y="6951"/>
                          <a:pt x="47664" y="24150"/>
                          <a:pt x="13443" y="39032"/>
                        </a:cubicBezTo>
                        <a:cubicBezTo>
                          <a:pt x="-12304" y="49949"/>
                          <a:pt x="2551" y="89637"/>
                          <a:pt x="27636" y="8914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4" name="Google Shape;594;p12"/>
                  <p:cNvSpPr/>
                  <p:nvPr/>
                </p:nvSpPr>
                <p:spPr>
                  <a:xfrm>
                    <a:off x="8151280" y="4768177"/>
                    <a:ext cx="65789" cy="107012"/>
                  </a:xfrm>
                  <a:custGeom>
                    <a:rect b="b" l="l" r="r" t="t"/>
                    <a:pathLst>
                      <a:path extrusionOk="0" h="107012" w="65789">
                        <a:moveTo>
                          <a:pt x="26343" y="110473"/>
                        </a:moveTo>
                        <a:cubicBezTo>
                          <a:pt x="51245" y="109149"/>
                          <a:pt x="64691" y="81202"/>
                          <a:pt x="65139" y="58876"/>
                        </a:cubicBezTo>
                        <a:cubicBezTo>
                          <a:pt x="64840" y="42670"/>
                          <a:pt x="71240" y="6289"/>
                          <a:pt x="49388" y="3479"/>
                        </a:cubicBezTo>
                        <a:cubicBezTo>
                          <a:pt x="31648" y="7282"/>
                          <a:pt x="20789" y="27457"/>
                          <a:pt x="11189" y="41677"/>
                        </a:cubicBezTo>
                        <a:cubicBezTo>
                          <a:pt x="1772" y="55735"/>
                          <a:pt x="-2970" y="71610"/>
                          <a:pt x="2004" y="88312"/>
                        </a:cubicBezTo>
                        <a:cubicBezTo>
                          <a:pt x="2468" y="101212"/>
                          <a:pt x="13543" y="110970"/>
                          <a:pt x="26343" y="11047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5" name="Google Shape;595;p12"/>
                  <p:cNvSpPr/>
                  <p:nvPr/>
                </p:nvSpPr>
                <p:spPr>
                  <a:xfrm>
                    <a:off x="8181769" y="5543022"/>
                    <a:ext cx="98660" cy="68118"/>
                  </a:xfrm>
                  <a:custGeom>
                    <a:rect b="b" l="l" r="r" t="t"/>
                    <a:pathLst>
                      <a:path extrusionOk="0" h="68118" w="98660">
                        <a:moveTo>
                          <a:pt x="845" y="41595"/>
                        </a:moveTo>
                        <a:cubicBezTo>
                          <a:pt x="-6848" y="64414"/>
                          <a:pt x="40121" y="70204"/>
                          <a:pt x="55938" y="71363"/>
                        </a:cubicBezTo>
                        <a:cubicBezTo>
                          <a:pt x="88401" y="74835"/>
                          <a:pt x="113369" y="38951"/>
                          <a:pt x="88666" y="13483"/>
                        </a:cubicBezTo>
                        <a:cubicBezTo>
                          <a:pt x="60580" y="-11157"/>
                          <a:pt x="17076" y="14145"/>
                          <a:pt x="845" y="4159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descr="Женский с привязанной волосой" id="596" name="Google Shape;596;p12"/>
            <p:cNvGrpSpPr/>
            <p:nvPr/>
          </p:nvGrpSpPr>
          <p:grpSpPr>
            <a:xfrm>
              <a:off x="7852091" y="3077188"/>
              <a:ext cx="1548101" cy="1520379"/>
              <a:chOff x="7852091" y="3077188"/>
              <a:chExt cx="1548101" cy="1520379"/>
            </a:xfrm>
          </p:grpSpPr>
          <p:sp>
            <p:nvSpPr>
              <p:cNvPr id="597" name="Google Shape;597;p12"/>
              <p:cNvSpPr/>
              <p:nvPr/>
            </p:nvSpPr>
            <p:spPr>
              <a:xfrm>
                <a:off x="8161503" y="3386660"/>
                <a:ext cx="1210186" cy="1126981"/>
              </a:xfrm>
              <a:custGeom>
                <a:rect b="b" l="l" r="r" t="t"/>
                <a:pathLst>
                  <a:path extrusionOk="0" h="1126981" w="1210186">
                    <a:moveTo>
                      <a:pt x="963928" y="19017"/>
                    </a:moveTo>
                    <a:lnTo>
                      <a:pt x="1168148" y="233401"/>
                    </a:lnTo>
                    <a:cubicBezTo>
                      <a:pt x="1168148" y="233401"/>
                      <a:pt x="1239892" y="645406"/>
                      <a:pt x="1195931" y="782917"/>
                    </a:cubicBezTo>
                    <a:cubicBezTo>
                      <a:pt x="1172864" y="855093"/>
                      <a:pt x="1102658" y="1028213"/>
                      <a:pt x="960237" y="1095836"/>
                    </a:cubicBezTo>
                    <a:cubicBezTo>
                      <a:pt x="831267" y="1157089"/>
                      <a:pt x="633793" y="1120623"/>
                      <a:pt x="528915" y="1050285"/>
                    </a:cubicBezTo>
                    <a:cubicBezTo>
                      <a:pt x="308210" y="902278"/>
                      <a:pt x="254899" y="780222"/>
                      <a:pt x="254899" y="780222"/>
                    </a:cubicBezTo>
                    <a:cubicBezTo>
                      <a:pt x="254899" y="780222"/>
                      <a:pt x="-60412" y="775628"/>
                      <a:pt x="10348" y="411972"/>
                    </a:cubicBezTo>
                    <a:cubicBezTo>
                      <a:pt x="81107" y="48316"/>
                      <a:pt x="760938" y="-45911"/>
                      <a:pt x="963928" y="190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12"/>
              <p:cNvSpPr/>
              <p:nvPr/>
            </p:nvSpPr>
            <p:spPr>
              <a:xfrm>
                <a:off x="8261202" y="3150964"/>
                <a:ext cx="289266" cy="238879"/>
              </a:xfrm>
              <a:custGeom>
                <a:rect b="b" l="l" r="r" t="t"/>
                <a:pathLst>
                  <a:path extrusionOk="0" h="238879" w="289266">
                    <a:moveTo>
                      <a:pt x="287656" y="34613"/>
                    </a:moveTo>
                    <a:cubicBezTo>
                      <a:pt x="294832" y="48190"/>
                      <a:pt x="278634" y="61155"/>
                      <a:pt x="226964" y="97907"/>
                    </a:cubicBezTo>
                    <a:cubicBezTo>
                      <a:pt x="175294" y="134658"/>
                      <a:pt x="119933" y="242463"/>
                      <a:pt x="62111" y="238788"/>
                    </a:cubicBezTo>
                    <a:cubicBezTo>
                      <a:pt x="4290" y="235112"/>
                      <a:pt x="-9243" y="203261"/>
                      <a:pt x="5520" y="140784"/>
                    </a:cubicBezTo>
                    <a:cubicBezTo>
                      <a:pt x="20283" y="78306"/>
                      <a:pt x="71953" y="19504"/>
                      <a:pt x="144948" y="4803"/>
                    </a:cubicBezTo>
                    <a:cubicBezTo>
                      <a:pt x="217306" y="-9775"/>
                      <a:pt x="275353" y="11337"/>
                      <a:pt x="287656" y="34613"/>
                    </a:cubicBezTo>
                    <a:close/>
                  </a:path>
                </a:pathLst>
              </a:custGeom>
              <a:solidFill>
                <a:srgbClr val="EF33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descr="Женский с привязанной волосой" id="599" name="Google Shape;599;p12"/>
              <p:cNvGrpSpPr/>
              <p:nvPr/>
            </p:nvGrpSpPr>
            <p:grpSpPr>
              <a:xfrm>
                <a:off x="7852091" y="3077188"/>
                <a:ext cx="1548101" cy="1520379"/>
                <a:chOff x="7852091" y="3077188"/>
                <a:chExt cx="1548101" cy="1520379"/>
              </a:xfrm>
            </p:grpSpPr>
            <p:sp>
              <p:nvSpPr>
                <p:cNvPr id="600" name="Google Shape;600;p12"/>
                <p:cNvSpPr/>
                <p:nvPr/>
              </p:nvSpPr>
              <p:spPr>
                <a:xfrm>
                  <a:off x="8287867" y="3911940"/>
                  <a:ext cx="130073" cy="93913"/>
                </a:xfrm>
                <a:custGeom>
                  <a:rect b="b" l="l" r="r" t="t"/>
                  <a:pathLst>
                    <a:path extrusionOk="0" h="93913" w="130073">
                      <a:moveTo>
                        <a:pt x="78608" y="17344"/>
                      </a:moveTo>
                      <a:lnTo>
                        <a:pt x="76557" y="16752"/>
                      </a:lnTo>
                      <a:cubicBezTo>
                        <a:pt x="52813" y="4930"/>
                        <a:pt x="30403" y="-256"/>
                        <a:pt x="3645" y="10"/>
                      </a:cubicBezTo>
                      <a:lnTo>
                        <a:pt x="3296" y="10"/>
                      </a:lnTo>
                      <a:cubicBezTo>
                        <a:pt x="98" y="30"/>
                        <a:pt x="-1317" y="4808"/>
                        <a:pt x="1553" y="6380"/>
                      </a:cubicBezTo>
                      <a:cubicBezTo>
                        <a:pt x="21832" y="17487"/>
                        <a:pt x="42151" y="33964"/>
                        <a:pt x="58534" y="50278"/>
                      </a:cubicBezTo>
                      <a:cubicBezTo>
                        <a:pt x="74794" y="66428"/>
                        <a:pt x="87875" y="92358"/>
                        <a:pt x="112993" y="93889"/>
                      </a:cubicBezTo>
                      <a:cubicBezTo>
                        <a:pt x="122158" y="94441"/>
                        <a:pt x="128432" y="85620"/>
                        <a:pt x="129683" y="77331"/>
                      </a:cubicBezTo>
                      <a:cubicBezTo>
                        <a:pt x="134132" y="48154"/>
                        <a:pt x="99563" y="28125"/>
                        <a:pt x="78608" y="173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12"/>
                <p:cNvSpPr/>
                <p:nvPr/>
              </p:nvSpPr>
              <p:spPr>
                <a:xfrm>
                  <a:off x="7852091" y="3077188"/>
                  <a:ext cx="1548101" cy="1520379"/>
                </a:xfrm>
                <a:custGeom>
                  <a:rect b="b" l="l" r="r" t="t"/>
                  <a:pathLst>
                    <a:path extrusionOk="0" h="1520379" w="1548101">
                      <a:moveTo>
                        <a:pt x="1548094" y="557185"/>
                      </a:moveTo>
                      <a:cubicBezTo>
                        <a:pt x="1544793" y="455159"/>
                        <a:pt x="1511330" y="356522"/>
                        <a:pt x="1448260" y="275689"/>
                      </a:cubicBezTo>
                      <a:cubicBezTo>
                        <a:pt x="1389106" y="199879"/>
                        <a:pt x="1307356" y="141036"/>
                        <a:pt x="1215027" y="112737"/>
                      </a:cubicBezTo>
                      <a:cubicBezTo>
                        <a:pt x="1204816" y="109613"/>
                        <a:pt x="1194605" y="106877"/>
                        <a:pt x="1184332" y="104529"/>
                      </a:cubicBezTo>
                      <a:cubicBezTo>
                        <a:pt x="1123456" y="79171"/>
                        <a:pt x="1057515" y="64980"/>
                        <a:pt x="992107" y="60958"/>
                      </a:cubicBezTo>
                      <a:cubicBezTo>
                        <a:pt x="896681" y="55078"/>
                        <a:pt x="797011" y="68901"/>
                        <a:pt x="706896" y="104141"/>
                      </a:cubicBezTo>
                      <a:cubicBezTo>
                        <a:pt x="687294" y="77680"/>
                        <a:pt x="650510" y="63633"/>
                        <a:pt x="618811" y="61571"/>
                      </a:cubicBezTo>
                      <a:cubicBezTo>
                        <a:pt x="612004" y="61122"/>
                        <a:pt x="614567" y="60836"/>
                        <a:pt x="607780" y="61326"/>
                      </a:cubicBezTo>
                      <a:cubicBezTo>
                        <a:pt x="604807" y="54894"/>
                        <a:pt x="600480" y="53587"/>
                        <a:pt x="596236" y="50647"/>
                      </a:cubicBezTo>
                      <a:cubicBezTo>
                        <a:pt x="545632" y="15672"/>
                        <a:pt x="485371" y="-3255"/>
                        <a:pt x="423490" y="461"/>
                      </a:cubicBezTo>
                      <a:cubicBezTo>
                        <a:pt x="360399" y="4238"/>
                        <a:pt x="299830" y="26800"/>
                        <a:pt x="245125" y="57426"/>
                      </a:cubicBezTo>
                      <a:cubicBezTo>
                        <a:pt x="195772" y="85051"/>
                        <a:pt x="148572" y="117964"/>
                        <a:pt x="112382" y="161780"/>
                      </a:cubicBezTo>
                      <a:cubicBezTo>
                        <a:pt x="80683" y="200144"/>
                        <a:pt x="57021" y="243981"/>
                        <a:pt x="39880" y="290553"/>
                      </a:cubicBezTo>
                      <a:cubicBezTo>
                        <a:pt x="-42382" y="513941"/>
                        <a:pt x="19356" y="764239"/>
                        <a:pt x="75250" y="985790"/>
                      </a:cubicBezTo>
                      <a:cubicBezTo>
                        <a:pt x="112567" y="1133694"/>
                        <a:pt x="152078" y="1282129"/>
                        <a:pt x="161141" y="1434954"/>
                      </a:cubicBezTo>
                      <a:cubicBezTo>
                        <a:pt x="133337" y="1452575"/>
                        <a:pt x="104960" y="1469562"/>
                        <a:pt x="81093" y="1492430"/>
                      </a:cubicBezTo>
                      <a:cubicBezTo>
                        <a:pt x="70595" y="1502495"/>
                        <a:pt x="78838" y="1519891"/>
                        <a:pt x="92678" y="1520279"/>
                      </a:cubicBezTo>
                      <a:cubicBezTo>
                        <a:pt x="201021" y="1523240"/>
                        <a:pt x="298497" y="1460476"/>
                        <a:pt x="346046" y="1366229"/>
                      </a:cubicBezTo>
                      <a:cubicBezTo>
                        <a:pt x="381292" y="1415313"/>
                        <a:pt x="439175" y="1444061"/>
                        <a:pt x="501507" y="1436669"/>
                      </a:cubicBezTo>
                      <a:cubicBezTo>
                        <a:pt x="512026" y="1435424"/>
                        <a:pt x="521150" y="1424725"/>
                        <a:pt x="514445" y="1414231"/>
                      </a:cubicBezTo>
                      <a:cubicBezTo>
                        <a:pt x="500052" y="1391690"/>
                        <a:pt x="482664" y="1370108"/>
                        <a:pt x="473684" y="1345117"/>
                      </a:cubicBezTo>
                      <a:cubicBezTo>
                        <a:pt x="550020" y="1374825"/>
                        <a:pt x="636937" y="1331233"/>
                        <a:pt x="695968" y="1280067"/>
                      </a:cubicBezTo>
                      <a:cubicBezTo>
                        <a:pt x="702488" y="1284967"/>
                        <a:pt x="709049" y="1287765"/>
                        <a:pt x="718768" y="1290235"/>
                      </a:cubicBezTo>
                      <a:cubicBezTo>
                        <a:pt x="726703" y="1292256"/>
                        <a:pt x="735089" y="1284865"/>
                        <a:pt x="732465" y="1276596"/>
                      </a:cubicBezTo>
                      <a:cubicBezTo>
                        <a:pt x="728077" y="1262794"/>
                        <a:pt x="723771" y="1255505"/>
                        <a:pt x="713375" y="1244847"/>
                      </a:cubicBezTo>
                      <a:cubicBezTo>
                        <a:pt x="705051" y="1236333"/>
                        <a:pt x="696931" y="1227635"/>
                        <a:pt x="689037" y="1218712"/>
                      </a:cubicBezTo>
                      <a:cubicBezTo>
                        <a:pt x="671342" y="1198724"/>
                        <a:pt x="654939" y="1177694"/>
                        <a:pt x="639622" y="1155847"/>
                      </a:cubicBezTo>
                      <a:cubicBezTo>
                        <a:pt x="624737" y="1134613"/>
                        <a:pt x="610568" y="1112786"/>
                        <a:pt x="597528" y="1090368"/>
                      </a:cubicBezTo>
                      <a:cubicBezTo>
                        <a:pt x="590966" y="1079098"/>
                        <a:pt x="584877" y="1067582"/>
                        <a:pt x="578316" y="1056332"/>
                      </a:cubicBezTo>
                      <a:cubicBezTo>
                        <a:pt x="572349" y="1046123"/>
                        <a:pt x="566751" y="1033117"/>
                        <a:pt x="556110" y="1027278"/>
                      </a:cubicBezTo>
                      <a:cubicBezTo>
                        <a:pt x="550533" y="1024215"/>
                        <a:pt x="542536" y="1026767"/>
                        <a:pt x="541019" y="1033383"/>
                      </a:cubicBezTo>
                      <a:cubicBezTo>
                        <a:pt x="540814" y="1034322"/>
                        <a:pt x="517644" y="1035261"/>
                        <a:pt x="507208" y="1035894"/>
                      </a:cubicBezTo>
                      <a:cubicBezTo>
                        <a:pt x="497714" y="1036466"/>
                        <a:pt x="488036" y="1036425"/>
                        <a:pt x="478604" y="1035139"/>
                      </a:cubicBezTo>
                      <a:cubicBezTo>
                        <a:pt x="462509" y="1032913"/>
                        <a:pt x="446823" y="1027278"/>
                        <a:pt x="433475" y="1017968"/>
                      </a:cubicBezTo>
                      <a:cubicBezTo>
                        <a:pt x="402637" y="996447"/>
                        <a:pt x="390253" y="958267"/>
                        <a:pt x="388551" y="922291"/>
                      </a:cubicBezTo>
                      <a:cubicBezTo>
                        <a:pt x="386603" y="880844"/>
                        <a:pt x="400894" y="840866"/>
                        <a:pt x="435013" y="815283"/>
                      </a:cubicBezTo>
                      <a:cubicBezTo>
                        <a:pt x="456030" y="799521"/>
                        <a:pt x="480983" y="795498"/>
                        <a:pt x="505362" y="799643"/>
                      </a:cubicBezTo>
                      <a:cubicBezTo>
                        <a:pt x="507843" y="800215"/>
                        <a:pt x="510304" y="800868"/>
                        <a:pt x="512744" y="801583"/>
                      </a:cubicBezTo>
                      <a:cubicBezTo>
                        <a:pt x="575937" y="827840"/>
                        <a:pt x="604274" y="910796"/>
                        <a:pt x="656231" y="952795"/>
                      </a:cubicBezTo>
                      <a:cubicBezTo>
                        <a:pt x="669640" y="963637"/>
                        <a:pt x="686413" y="953346"/>
                        <a:pt x="683973" y="936706"/>
                      </a:cubicBezTo>
                      <a:cubicBezTo>
                        <a:pt x="665212" y="809403"/>
                        <a:pt x="590187" y="654965"/>
                        <a:pt x="662402" y="534338"/>
                      </a:cubicBezTo>
                      <a:cubicBezTo>
                        <a:pt x="669415" y="568578"/>
                        <a:pt x="670009" y="604697"/>
                        <a:pt x="678355" y="638365"/>
                      </a:cubicBezTo>
                      <a:cubicBezTo>
                        <a:pt x="681041" y="649187"/>
                        <a:pt x="694102" y="653821"/>
                        <a:pt x="703452" y="648533"/>
                      </a:cubicBezTo>
                      <a:cubicBezTo>
                        <a:pt x="801338" y="593324"/>
                        <a:pt x="910583" y="570538"/>
                        <a:pt x="1022227" y="566965"/>
                      </a:cubicBezTo>
                      <a:cubicBezTo>
                        <a:pt x="1130714" y="563474"/>
                        <a:pt x="1238852" y="575132"/>
                        <a:pt x="1347155" y="579114"/>
                      </a:cubicBezTo>
                      <a:cubicBezTo>
                        <a:pt x="1386174" y="580543"/>
                        <a:pt x="1425213" y="580951"/>
                        <a:pt x="1464191" y="579236"/>
                      </a:cubicBezTo>
                      <a:cubicBezTo>
                        <a:pt x="1463494" y="599062"/>
                        <a:pt x="1464376" y="618867"/>
                        <a:pt x="1467164" y="639305"/>
                      </a:cubicBezTo>
                      <a:cubicBezTo>
                        <a:pt x="1470978" y="667297"/>
                        <a:pt x="1477273" y="694820"/>
                        <a:pt x="1482707" y="722506"/>
                      </a:cubicBezTo>
                      <a:cubicBezTo>
                        <a:pt x="1497039" y="795805"/>
                        <a:pt x="1503477" y="869287"/>
                        <a:pt x="1499458" y="943954"/>
                      </a:cubicBezTo>
                      <a:cubicBezTo>
                        <a:pt x="1491503" y="1091287"/>
                        <a:pt x="1446825" y="1251136"/>
                        <a:pt x="1323780" y="1344056"/>
                      </a:cubicBezTo>
                      <a:cubicBezTo>
                        <a:pt x="1286606" y="1372130"/>
                        <a:pt x="1244081" y="1397100"/>
                        <a:pt x="1198746" y="1409269"/>
                      </a:cubicBezTo>
                      <a:cubicBezTo>
                        <a:pt x="1145149" y="1423684"/>
                        <a:pt x="1089768" y="1418641"/>
                        <a:pt x="1035165" y="1420846"/>
                      </a:cubicBezTo>
                      <a:cubicBezTo>
                        <a:pt x="1023704" y="1421315"/>
                        <a:pt x="1021059" y="1437649"/>
                        <a:pt x="1032438" y="1440937"/>
                      </a:cubicBezTo>
                      <a:cubicBezTo>
                        <a:pt x="1081074" y="1455045"/>
                        <a:pt x="1137460" y="1452738"/>
                        <a:pt x="1187264" y="1445816"/>
                      </a:cubicBezTo>
                      <a:cubicBezTo>
                        <a:pt x="1228108" y="1440140"/>
                        <a:pt x="1267578" y="1421091"/>
                        <a:pt x="1302640" y="1400245"/>
                      </a:cubicBezTo>
                      <a:cubicBezTo>
                        <a:pt x="1372477" y="1358715"/>
                        <a:pt x="1429273" y="1300873"/>
                        <a:pt x="1466488" y="1228656"/>
                      </a:cubicBezTo>
                      <a:cubicBezTo>
                        <a:pt x="1538662" y="1088592"/>
                        <a:pt x="1552359" y="917003"/>
                        <a:pt x="1528246" y="763177"/>
                      </a:cubicBezTo>
                      <a:cubicBezTo>
                        <a:pt x="1522341" y="725568"/>
                        <a:pt x="1513709" y="688511"/>
                        <a:pt x="1507209" y="651024"/>
                      </a:cubicBezTo>
                      <a:cubicBezTo>
                        <a:pt x="1502965" y="626544"/>
                        <a:pt x="1500443" y="601818"/>
                        <a:pt x="1497695" y="577133"/>
                      </a:cubicBezTo>
                      <a:cubicBezTo>
                        <a:pt x="1508890" y="576255"/>
                        <a:pt x="1520106" y="575255"/>
                        <a:pt x="1531281" y="573948"/>
                      </a:cubicBezTo>
                      <a:cubicBezTo>
                        <a:pt x="1540056" y="572907"/>
                        <a:pt x="1548401" y="567108"/>
                        <a:pt x="1548094" y="557185"/>
                      </a:cubicBezTo>
                      <a:close/>
                      <a:moveTo>
                        <a:pt x="651679" y="95954"/>
                      </a:moveTo>
                      <a:cubicBezTo>
                        <a:pt x="663571" y="100139"/>
                        <a:pt x="673700" y="106918"/>
                        <a:pt x="683932" y="113656"/>
                      </a:cubicBezTo>
                      <a:cubicBezTo>
                        <a:pt x="661644" y="123477"/>
                        <a:pt x="640033" y="134665"/>
                        <a:pt x="619324" y="147263"/>
                      </a:cubicBezTo>
                      <a:cubicBezTo>
                        <a:pt x="557463" y="184913"/>
                        <a:pt x="504481" y="234772"/>
                        <a:pt x="462222" y="292656"/>
                      </a:cubicBezTo>
                      <a:cubicBezTo>
                        <a:pt x="460930" y="293861"/>
                        <a:pt x="459741" y="294963"/>
                        <a:pt x="458634" y="295984"/>
                      </a:cubicBezTo>
                      <a:cubicBezTo>
                        <a:pt x="452872" y="286939"/>
                        <a:pt x="443727" y="280753"/>
                        <a:pt x="439011" y="270564"/>
                      </a:cubicBezTo>
                      <a:cubicBezTo>
                        <a:pt x="434685" y="261213"/>
                        <a:pt x="433332" y="251025"/>
                        <a:pt x="433803" y="240796"/>
                      </a:cubicBezTo>
                      <a:cubicBezTo>
                        <a:pt x="434910" y="216417"/>
                        <a:pt x="447049" y="193223"/>
                        <a:pt x="460951" y="173704"/>
                      </a:cubicBezTo>
                      <a:cubicBezTo>
                        <a:pt x="492998" y="128765"/>
                        <a:pt x="547970" y="91033"/>
                        <a:pt x="604581" y="88910"/>
                      </a:cubicBezTo>
                      <a:cubicBezTo>
                        <a:pt x="620554" y="88338"/>
                        <a:pt x="636567" y="90645"/>
                        <a:pt x="651679" y="9595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descr="Женский с привязанной волосой" id="602" name="Google Shape;602;p12"/>
                <p:cNvGrpSpPr/>
                <p:nvPr/>
              </p:nvGrpSpPr>
              <p:grpSpPr>
                <a:xfrm>
                  <a:off x="8238150" y="3337008"/>
                  <a:ext cx="973012" cy="451242"/>
                  <a:chOff x="8238150" y="3337008"/>
                  <a:chExt cx="973012" cy="451242"/>
                </a:xfrm>
              </p:grpSpPr>
              <p:sp>
                <p:nvSpPr>
                  <p:cNvPr id="603" name="Google Shape;603;p12"/>
                  <p:cNvSpPr/>
                  <p:nvPr/>
                </p:nvSpPr>
                <p:spPr>
                  <a:xfrm>
                    <a:off x="8238150" y="3338730"/>
                    <a:ext cx="103172" cy="449520"/>
                  </a:xfrm>
                  <a:custGeom>
                    <a:rect b="b" l="l" r="r" t="t"/>
                    <a:pathLst>
                      <a:path extrusionOk="0" h="449520" w="103172">
                        <a:moveTo>
                          <a:pt x="93775" y="1652"/>
                        </a:moveTo>
                        <a:cubicBezTo>
                          <a:pt x="65234" y="27868"/>
                          <a:pt x="47518" y="64129"/>
                          <a:pt x="33329" y="99574"/>
                        </a:cubicBezTo>
                        <a:cubicBezTo>
                          <a:pt x="18525" y="136509"/>
                          <a:pt x="9668" y="175650"/>
                          <a:pt x="4521" y="215015"/>
                        </a:cubicBezTo>
                        <a:cubicBezTo>
                          <a:pt x="-646" y="254563"/>
                          <a:pt x="-1589" y="294663"/>
                          <a:pt x="2758" y="334335"/>
                        </a:cubicBezTo>
                        <a:cubicBezTo>
                          <a:pt x="6859" y="371801"/>
                          <a:pt x="12784" y="413330"/>
                          <a:pt x="34703" y="444936"/>
                        </a:cubicBezTo>
                        <a:cubicBezTo>
                          <a:pt x="41100" y="454144"/>
                          <a:pt x="54448" y="448366"/>
                          <a:pt x="52480" y="437463"/>
                        </a:cubicBezTo>
                        <a:cubicBezTo>
                          <a:pt x="46124" y="401957"/>
                          <a:pt x="33985" y="368228"/>
                          <a:pt x="30192" y="332089"/>
                        </a:cubicBezTo>
                        <a:cubicBezTo>
                          <a:pt x="26276" y="294765"/>
                          <a:pt x="26871" y="256850"/>
                          <a:pt x="31607" y="219629"/>
                        </a:cubicBezTo>
                        <a:cubicBezTo>
                          <a:pt x="36302" y="182571"/>
                          <a:pt x="45611" y="146289"/>
                          <a:pt x="57647" y="110947"/>
                        </a:cubicBezTo>
                        <a:cubicBezTo>
                          <a:pt x="69744" y="75400"/>
                          <a:pt x="87521" y="42650"/>
                          <a:pt x="102633" y="8430"/>
                        </a:cubicBezTo>
                        <a:cubicBezTo>
                          <a:pt x="105073" y="2815"/>
                          <a:pt x="98737" y="-2901"/>
                          <a:pt x="93775" y="1652"/>
                        </a:cubicBezTo>
                        <a:lnTo>
                          <a:pt x="93775" y="165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4" name="Google Shape;604;p12"/>
                  <p:cNvSpPr/>
                  <p:nvPr/>
                </p:nvSpPr>
                <p:spPr>
                  <a:xfrm>
                    <a:off x="8789113" y="3337008"/>
                    <a:ext cx="70846" cy="245988"/>
                  </a:xfrm>
                  <a:custGeom>
                    <a:rect b="b" l="l" r="r" t="t"/>
                    <a:pathLst>
                      <a:path extrusionOk="0" h="245988" w="70846">
                        <a:moveTo>
                          <a:pt x="791" y="7253"/>
                        </a:moveTo>
                        <a:cubicBezTo>
                          <a:pt x="23222" y="39921"/>
                          <a:pt x="36980" y="76631"/>
                          <a:pt x="43746" y="115547"/>
                        </a:cubicBezTo>
                        <a:cubicBezTo>
                          <a:pt x="50882" y="156566"/>
                          <a:pt x="45756" y="197830"/>
                          <a:pt x="50882" y="238767"/>
                        </a:cubicBezTo>
                        <a:cubicBezTo>
                          <a:pt x="51825" y="246342"/>
                          <a:pt x="63143" y="249425"/>
                          <a:pt x="65317" y="240707"/>
                        </a:cubicBezTo>
                        <a:cubicBezTo>
                          <a:pt x="75651" y="199524"/>
                          <a:pt x="69848" y="151850"/>
                          <a:pt x="61380" y="110708"/>
                        </a:cubicBezTo>
                        <a:cubicBezTo>
                          <a:pt x="53076" y="70445"/>
                          <a:pt x="37021" y="31590"/>
                          <a:pt x="8438" y="1393"/>
                        </a:cubicBezTo>
                        <a:cubicBezTo>
                          <a:pt x="4707" y="-2548"/>
                          <a:pt x="-2367" y="2659"/>
                          <a:pt x="791" y="7253"/>
                        </a:cubicBezTo>
                        <a:lnTo>
                          <a:pt x="791" y="725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5" name="Google Shape;605;p12"/>
                  <p:cNvSpPr/>
                  <p:nvPr/>
                </p:nvSpPr>
                <p:spPr>
                  <a:xfrm>
                    <a:off x="8967448" y="3353719"/>
                    <a:ext cx="75605" cy="226521"/>
                  </a:xfrm>
                  <a:custGeom>
                    <a:rect b="b" l="l" r="r" t="t"/>
                    <a:pathLst>
                      <a:path extrusionOk="0" h="226521" w="75605">
                        <a:moveTo>
                          <a:pt x="1701" y="12736"/>
                        </a:moveTo>
                        <a:cubicBezTo>
                          <a:pt x="25855" y="40789"/>
                          <a:pt x="38014" y="75846"/>
                          <a:pt x="44452" y="111740"/>
                        </a:cubicBezTo>
                        <a:cubicBezTo>
                          <a:pt x="47774" y="130238"/>
                          <a:pt x="49270" y="149043"/>
                          <a:pt x="49721" y="167827"/>
                        </a:cubicBezTo>
                        <a:cubicBezTo>
                          <a:pt x="50132" y="185182"/>
                          <a:pt x="48348" y="203598"/>
                          <a:pt x="53289" y="220484"/>
                        </a:cubicBezTo>
                        <a:cubicBezTo>
                          <a:pt x="55852" y="229243"/>
                          <a:pt x="66658" y="227793"/>
                          <a:pt x="69754" y="220484"/>
                        </a:cubicBezTo>
                        <a:cubicBezTo>
                          <a:pt x="77689" y="201740"/>
                          <a:pt x="75679" y="178852"/>
                          <a:pt x="74388" y="159068"/>
                        </a:cubicBezTo>
                        <a:cubicBezTo>
                          <a:pt x="73075" y="138916"/>
                          <a:pt x="70533" y="118702"/>
                          <a:pt x="66104" y="98979"/>
                        </a:cubicBezTo>
                        <a:cubicBezTo>
                          <a:pt x="57759" y="61738"/>
                          <a:pt x="41356" y="25149"/>
                          <a:pt x="10436" y="1424"/>
                        </a:cubicBezTo>
                        <a:cubicBezTo>
                          <a:pt x="3608" y="-3884"/>
                          <a:pt x="-3282" y="6937"/>
                          <a:pt x="1701" y="12736"/>
                        </a:cubicBezTo>
                        <a:lnTo>
                          <a:pt x="1701" y="1273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" name="Google Shape;606;p12"/>
                  <p:cNvSpPr/>
                  <p:nvPr/>
                </p:nvSpPr>
                <p:spPr>
                  <a:xfrm>
                    <a:off x="9160700" y="3403822"/>
                    <a:ext cx="50462" cy="196278"/>
                  </a:xfrm>
                  <a:custGeom>
                    <a:rect b="b" l="l" r="r" t="t"/>
                    <a:pathLst>
                      <a:path extrusionOk="0" h="196278" w="50462">
                        <a:moveTo>
                          <a:pt x="367" y="6612"/>
                        </a:moveTo>
                        <a:cubicBezTo>
                          <a:pt x="10967" y="33788"/>
                          <a:pt x="21752" y="61413"/>
                          <a:pt x="26817" y="90242"/>
                        </a:cubicBezTo>
                        <a:cubicBezTo>
                          <a:pt x="32414" y="122196"/>
                          <a:pt x="29031" y="153782"/>
                          <a:pt x="21465" y="185143"/>
                        </a:cubicBezTo>
                        <a:cubicBezTo>
                          <a:pt x="18636" y="196883"/>
                          <a:pt x="34834" y="200660"/>
                          <a:pt x="39181" y="190002"/>
                        </a:cubicBezTo>
                        <a:cubicBezTo>
                          <a:pt x="64565" y="127994"/>
                          <a:pt x="43733" y="57248"/>
                          <a:pt x="10229" y="2447"/>
                        </a:cubicBezTo>
                        <a:cubicBezTo>
                          <a:pt x="7194" y="-2535"/>
                          <a:pt x="-1930" y="712"/>
                          <a:pt x="367" y="6612"/>
                        </a:cubicBezTo>
                        <a:lnTo>
                          <a:pt x="367" y="66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7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pic>
          <p:nvPicPr>
            <p:cNvPr descr="Озадаченное лицо" id="607" name="Google Shape;607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88104" y="3715934"/>
              <a:ext cx="633695" cy="70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Вопросительный знак со сплошной заливкой" id="608" name="Google Shape;608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639642" y="2283254"/>
              <a:ext cx="548884" cy="5488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Голос со сплошной заливкой" id="609" name="Google Shape;609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065879" y="2283254"/>
              <a:ext cx="667112" cy="6671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0" name="Google Shape;610;p12"/>
          <p:cNvSpPr txBox="1"/>
          <p:nvPr/>
        </p:nvSpPr>
        <p:spPr>
          <a:xfrm>
            <a:off x="12910156" y="6609676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12"/>
          <p:cNvGrpSpPr/>
          <p:nvPr/>
        </p:nvGrpSpPr>
        <p:grpSpPr>
          <a:xfrm>
            <a:off x="500466" y="2057179"/>
            <a:ext cx="534183" cy="8261774"/>
            <a:chOff x="-943495" y="1258090"/>
            <a:chExt cx="422581" cy="5048138"/>
          </a:xfrm>
        </p:grpSpPr>
        <p:grpSp>
          <p:nvGrpSpPr>
            <p:cNvPr id="612" name="Google Shape;612;p12"/>
            <p:cNvGrpSpPr/>
            <p:nvPr/>
          </p:nvGrpSpPr>
          <p:grpSpPr>
            <a:xfrm>
              <a:off x="-928775" y="1258090"/>
              <a:ext cx="393984" cy="5048138"/>
              <a:chOff x="-2477970" y="2862805"/>
              <a:chExt cx="838713" cy="2698648"/>
            </a:xfrm>
          </p:grpSpPr>
          <p:sp>
            <p:nvSpPr>
              <p:cNvPr id="613" name="Google Shape;613;p12"/>
              <p:cNvSpPr/>
              <p:nvPr/>
            </p:nvSpPr>
            <p:spPr>
              <a:xfrm>
                <a:off x="-2477894" y="4422199"/>
                <a:ext cx="838637" cy="1139254"/>
              </a:xfrm>
              <a:prstGeom prst="rect">
                <a:avLst/>
              </a:prstGeom>
              <a:solidFill>
                <a:srgbClr val="3B383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2"/>
              <p:cNvSpPr/>
              <p:nvPr/>
            </p:nvSpPr>
            <p:spPr>
              <a:xfrm>
                <a:off x="-2477970" y="3298266"/>
                <a:ext cx="836816" cy="1123933"/>
              </a:xfrm>
              <a:prstGeom prst="rect">
                <a:avLst/>
              </a:prstGeom>
              <a:solidFill>
                <a:srgbClr val="F15164">
                  <a:alpha val="24705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2"/>
              <p:cNvSpPr/>
              <p:nvPr/>
            </p:nvSpPr>
            <p:spPr>
              <a:xfrm>
                <a:off x="-2475589" y="2862805"/>
                <a:ext cx="835149" cy="436031"/>
              </a:xfrm>
              <a:prstGeom prst="rect">
                <a:avLst/>
              </a:prstGeom>
              <a:solidFill>
                <a:srgbClr val="EF33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6" name="Google Shape;616;p12"/>
            <p:cNvSpPr/>
            <p:nvPr/>
          </p:nvSpPr>
          <p:spPr>
            <a:xfrm>
              <a:off x="-874384" y="1570317"/>
              <a:ext cx="284308" cy="310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17" name="Google Shape;617;p12"/>
            <p:cNvSpPr/>
            <p:nvPr/>
          </p:nvSpPr>
          <p:spPr>
            <a:xfrm>
              <a:off x="-943495" y="2972160"/>
              <a:ext cx="422532" cy="310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/>
            </a:p>
          </p:txBody>
        </p:sp>
        <p:sp>
          <p:nvSpPr>
            <p:cNvPr id="618" name="Google Shape;618;p12"/>
            <p:cNvSpPr/>
            <p:nvPr/>
          </p:nvSpPr>
          <p:spPr>
            <a:xfrm>
              <a:off x="-943446" y="5040635"/>
              <a:ext cx="422532" cy="310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/>
            </a:p>
          </p:txBody>
        </p:sp>
      </p:grpSp>
      <p:sp>
        <p:nvSpPr>
          <p:cNvPr id="619" name="Google Shape;619;p12"/>
          <p:cNvSpPr/>
          <p:nvPr/>
        </p:nvSpPr>
        <p:spPr>
          <a:xfrm>
            <a:off x="1595136" y="1972443"/>
            <a:ext cx="466541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Описание проекта:</a:t>
            </a:r>
            <a:endParaRPr/>
          </a:p>
        </p:txBody>
      </p:sp>
      <p:sp>
        <p:nvSpPr>
          <p:cNvPr id="620" name="Google Shape;620;p12"/>
          <p:cNvSpPr/>
          <p:nvPr/>
        </p:nvSpPr>
        <p:spPr>
          <a:xfrm>
            <a:off x="16477691" y="2384060"/>
            <a:ext cx="1570280" cy="57086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Скриншот переписки для  анализа</a:t>
            </a:r>
            <a:endParaRPr/>
          </a:p>
        </p:txBody>
      </p:sp>
      <p:sp>
        <p:nvSpPr>
          <p:cNvPr id="621" name="Google Shape;621;p12"/>
          <p:cNvSpPr/>
          <p:nvPr/>
        </p:nvSpPr>
        <p:spPr>
          <a:xfrm>
            <a:off x="14628930" y="2390303"/>
            <a:ext cx="1663065" cy="57086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Аудиосообщение для анализа</a:t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13113135" y="3765215"/>
            <a:ext cx="1264854" cy="57086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анализа</a:t>
            </a:r>
            <a:endParaRPr/>
          </a:p>
        </p:txBody>
      </p:sp>
      <p:sp>
        <p:nvSpPr>
          <p:cNvPr id="623" name="Google Shape;623;p12"/>
          <p:cNvSpPr/>
          <p:nvPr/>
        </p:nvSpPr>
        <p:spPr>
          <a:xfrm>
            <a:off x="13113135" y="4548967"/>
            <a:ext cx="1264854" cy="1201172"/>
          </a:xfrm>
          <a:prstGeom prst="roundRect">
            <a:avLst>
              <a:gd fmla="val 747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Ссылка на полезные материалы с сайта «Перезвони сам»</a:t>
            </a:r>
            <a:endParaRPr/>
          </a:p>
        </p:txBody>
      </p:sp>
      <p:sp>
        <p:nvSpPr>
          <p:cNvPr id="624" name="Google Shape;624;p12"/>
          <p:cNvSpPr/>
          <p:nvPr/>
        </p:nvSpPr>
        <p:spPr>
          <a:xfrm>
            <a:off x="1612282" y="8645373"/>
            <a:ext cx="3749954" cy="71411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2"/>
          <p:cNvSpPr txBox="1"/>
          <p:nvPr/>
        </p:nvSpPr>
        <p:spPr>
          <a:xfrm>
            <a:off x="1806882" y="8797427"/>
            <a:ext cx="3514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Бюджет: 23,9 млн руб. </a:t>
            </a:r>
            <a:endParaRPr/>
          </a:p>
        </p:txBody>
      </p:sp>
      <p:pic>
        <p:nvPicPr>
          <p:cNvPr id="626" name="Google Shape;626;p12"/>
          <p:cNvPicPr preferRelativeResize="0"/>
          <p:nvPr/>
        </p:nvPicPr>
        <p:blipFill rotWithShape="1">
          <a:blip r:embed="rId9">
            <a:alphaModFix/>
          </a:blip>
          <a:srcRect b="0" l="8203" r="8191" t="0"/>
          <a:stretch/>
        </p:blipFill>
        <p:spPr>
          <a:xfrm>
            <a:off x="14615921" y="3083358"/>
            <a:ext cx="1676075" cy="3216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12"/>
          <p:cNvPicPr preferRelativeResize="0"/>
          <p:nvPr/>
        </p:nvPicPr>
        <p:blipFill rotWithShape="1">
          <a:blip r:embed="rId10">
            <a:alphaModFix/>
          </a:blip>
          <a:srcRect b="0" l="8784" r="8459" t="0"/>
          <a:stretch/>
        </p:blipFill>
        <p:spPr>
          <a:xfrm>
            <a:off x="16450751" y="3083360"/>
            <a:ext cx="1659030" cy="3216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71066" y="6556369"/>
            <a:ext cx="7304426" cy="2875982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12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4644795"/>
            <a:ext cx="7255143" cy="4575135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Фигура органическое натуральное" id="636" name="Google Shape;6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9980781">
            <a:off x="12728740" y="235266"/>
            <a:ext cx="6311561" cy="5167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Фигура органическое натуральное" id="637" name="Google Shape;63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366016">
            <a:off x="10710255" y="-258957"/>
            <a:ext cx="6014059" cy="6384821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3"/>
          <p:cNvSpPr txBox="1"/>
          <p:nvPr/>
        </p:nvSpPr>
        <p:spPr>
          <a:xfrm>
            <a:off x="12354137" y="3697280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Город со зданиями и скискраперсами" id="639" name="Google Shape;63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552267" y="1678003"/>
            <a:ext cx="3401357" cy="1888631"/>
          </a:xfrm>
          <a:prstGeom prst="rect">
            <a:avLst/>
          </a:prstGeom>
          <a:noFill/>
          <a:ln>
            <a:noFill/>
          </a:ln>
        </p:spPr>
      </p:pic>
      <p:grpSp>
        <p:nvGrpSpPr>
          <p:cNvPr descr="Мужчина — ноутбук" id="640" name="Google Shape;640;p13"/>
          <p:cNvGrpSpPr/>
          <p:nvPr/>
        </p:nvGrpSpPr>
        <p:grpSpPr>
          <a:xfrm>
            <a:off x="12626625" y="2749134"/>
            <a:ext cx="2128515" cy="1344200"/>
            <a:chOff x="2478733" y="3290234"/>
            <a:chExt cx="1548349" cy="1136744"/>
          </a:xfrm>
        </p:grpSpPr>
        <p:sp>
          <p:nvSpPr>
            <p:cNvPr id="641" name="Google Shape;641;p13"/>
            <p:cNvSpPr/>
            <p:nvPr/>
          </p:nvSpPr>
          <p:spPr>
            <a:xfrm>
              <a:off x="2485900" y="3290234"/>
              <a:ext cx="1532326" cy="1126754"/>
            </a:xfrm>
            <a:custGeom>
              <a:rect b="b" l="l" r="r" t="t"/>
              <a:pathLst>
                <a:path extrusionOk="0" h="1126754" w="1532326">
                  <a:moveTo>
                    <a:pt x="1449211" y="366651"/>
                  </a:moveTo>
                  <a:cubicBezTo>
                    <a:pt x="1322007" y="377069"/>
                    <a:pt x="1212692" y="397431"/>
                    <a:pt x="1086434" y="410973"/>
                  </a:cubicBezTo>
                  <a:cubicBezTo>
                    <a:pt x="1083878" y="406712"/>
                    <a:pt x="1051321" y="292873"/>
                    <a:pt x="1007121" y="252243"/>
                  </a:cubicBezTo>
                  <a:cubicBezTo>
                    <a:pt x="976456" y="230934"/>
                    <a:pt x="895440" y="193430"/>
                    <a:pt x="865815" y="181023"/>
                  </a:cubicBezTo>
                  <a:cubicBezTo>
                    <a:pt x="863734" y="180172"/>
                    <a:pt x="866478" y="172500"/>
                    <a:pt x="863355" y="163219"/>
                  </a:cubicBezTo>
                  <a:cubicBezTo>
                    <a:pt x="860231" y="153938"/>
                    <a:pt x="812814" y="129407"/>
                    <a:pt x="809785" y="131586"/>
                  </a:cubicBezTo>
                  <a:cubicBezTo>
                    <a:pt x="805621" y="67089"/>
                    <a:pt x="796062" y="22387"/>
                    <a:pt x="731797" y="9982"/>
                  </a:cubicBezTo>
                  <a:cubicBezTo>
                    <a:pt x="674253" y="-1951"/>
                    <a:pt x="596548" y="-6497"/>
                    <a:pt x="565600" y="53736"/>
                  </a:cubicBezTo>
                  <a:cubicBezTo>
                    <a:pt x="562192" y="53357"/>
                    <a:pt x="530486" y="52696"/>
                    <a:pt x="518655" y="58377"/>
                  </a:cubicBezTo>
                  <a:cubicBezTo>
                    <a:pt x="514396" y="52978"/>
                    <a:pt x="474834" y="95314"/>
                    <a:pt x="472278" y="121736"/>
                  </a:cubicBezTo>
                  <a:cubicBezTo>
                    <a:pt x="472090" y="124008"/>
                    <a:pt x="476254" y="130071"/>
                    <a:pt x="480607" y="134143"/>
                  </a:cubicBezTo>
                  <a:cubicBezTo>
                    <a:pt x="449847" y="146171"/>
                    <a:pt x="420035" y="165492"/>
                    <a:pt x="393723" y="175626"/>
                  </a:cubicBezTo>
                  <a:cubicBezTo>
                    <a:pt x="199984" y="250444"/>
                    <a:pt x="139788" y="258777"/>
                    <a:pt x="66912" y="552279"/>
                  </a:cubicBezTo>
                  <a:cubicBezTo>
                    <a:pt x="48834" y="625298"/>
                    <a:pt x="17317" y="694245"/>
                    <a:pt x="11260" y="769538"/>
                  </a:cubicBezTo>
                  <a:cubicBezTo>
                    <a:pt x="-3126" y="773230"/>
                    <a:pt x="-571" y="801358"/>
                    <a:pt x="16182" y="805053"/>
                  </a:cubicBezTo>
                  <a:cubicBezTo>
                    <a:pt x="22523" y="806473"/>
                    <a:pt x="27823" y="808366"/>
                    <a:pt x="32555" y="811966"/>
                  </a:cubicBezTo>
                  <a:cubicBezTo>
                    <a:pt x="26403" y="924857"/>
                    <a:pt x="33312" y="978556"/>
                    <a:pt x="62841" y="1024585"/>
                  </a:cubicBezTo>
                  <a:cubicBezTo>
                    <a:pt x="97198" y="1085766"/>
                    <a:pt x="160990" y="1091354"/>
                    <a:pt x="221562" y="1069950"/>
                  </a:cubicBezTo>
                  <a:cubicBezTo>
                    <a:pt x="216735" y="1090596"/>
                    <a:pt x="218250" y="1103003"/>
                    <a:pt x="218250" y="1113422"/>
                  </a:cubicBezTo>
                  <a:cubicBezTo>
                    <a:pt x="417290" y="1107075"/>
                    <a:pt x="640748" y="1106034"/>
                    <a:pt x="858338" y="1117399"/>
                  </a:cubicBezTo>
                  <a:cubicBezTo>
                    <a:pt x="886258" y="1117020"/>
                    <a:pt x="992451" y="1144674"/>
                    <a:pt x="988192" y="1117209"/>
                  </a:cubicBezTo>
                  <a:cubicBezTo>
                    <a:pt x="987530" y="1112758"/>
                    <a:pt x="986299" y="1109253"/>
                    <a:pt x="984785" y="1105276"/>
                  </a:cubicBezTo>
                  <a:cubicBezTo>
                    <a:pt x="982324" y="1098836"/>
                    <a:pt x="986961" y="1091733"/>
                    <a:pt x="993965" y="1091639"/>
                  </a:cubicBezTo>
                  <a:cubicBezTo>
                    <a:pt x="1007973" y="1091354"/>
                    <a:pt x="1031635" y="1088039"/>
                    <a:pt x="1060691" y="1072033"/>
                  </a:cubicBezTo>
                  <a:cubicBezTo>
                    <a:pt x="1108298" y="1045799"/>
                    <a:pt x="1107162" y="988975"/>
                    <a:pt x="1119465" y="880724"/>
                  </a:cubicBezTo>
                  <a:cubicBezTo>
                    <a:pt x="1199726" y="874190"/>
                    <a:pt x="1415233" y="857521"/>
                    <a:pt x="1444574" y="831759"/>
                  </a:cubicBezTo>
                  <a:cubicBezTo>
                    <a:pt x="1473914" y="805999"/>
                    <a:pt x="1530511" y="395158"/>
                    <a:pt x="1534203" y="367220"/>
                  </a:cubicBezTo>
                  <a:cubicBezTo>
                    <a:pt x="1534203" y="367220"/>
                    <a:pt x="1508932" y="365608"/>
                    <a:pt x="1449211" y="3666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2485189" y="3340653"/>
              <a:ext cx="1085081" cy="1086325"/>
            </a:xfrm>
            <a:custGeom>
              <a:rect b="b" l="l" r="r" t="t"/>
              <a:pathLst>
                <a:path extrusionOk="0" h="1086324" w="1085081">
                  <a:moveTo>
                    <a:pt x="942339" y="1088951"/>
                  </a:moveTo>
                  <a:cubicBezTo>
                    <a:pt x="853751" y="1087339"/>
                    <a:pt x="792704" y="1075027"/>
                    <a:pt x="665784" y="1073512"/>
                  </a:cubicBezTo>
                  <a:cubicBezTo>
                    <a:pt x="505075" y="1070386"/>
                    <a:pt x="370111" y="1063947"/>
                    <a:pt x="216596" y="1068113"/>
                  </a:cubicBezTo>
                  <a:lnTo>
                    <a:pt x="219530" y="1022938"/>
                  </a:lnTo>
                  <a:lnTo>
                    <a:pt x="409863" y="930410"/>
                  </a:lnTo>
                  <a:lnTo>
                    <a:pt x="584294" y="838070"/>
                  </a:lnTo>
                  <a:lnTo>
                    <a:pt x="665406" y="796113"/>
                  </a:lnTo>
                  <a:lnTo>
                    <a:pt x="686701" y="804354"/>
                  </a:lnTo>
                  <a:cubicBezTo>
                    <a:pt x="686701" y="804354"/>
                    <a:pt x="780778" y="850096"/>
                    <a:pt x="849491" y="855874"/>
                  </a:cubicBezTo>
                  <a:cubicBezTo>
                    <a:pt x="906468" y="860705"/>
                    <a:pt x="980670" y="848392"/>
                    <a:pt x="980670" y="848392"/>
                  </a:cubicBezTo>
                  <a:cubicBezTo>
                    <a:pt x="980670" y="848392"/>
                    <a:pt x="971110" y="913647"/>
                    <a:pt x="975181" y="955602"/>
                  </a:cubicBezTo>
                  <a:cubicBezTo>
                    <a:pt x="979344" y="997557"/>
                    <a:pt x="991080" y="1080426"/>
                    <a:pt x="991080" y="1080426"/>
                  </a:cubicBezTo>
                  <a:cubicBezTo>
                    <a:pt x="980292" y="1090371"/>
                    <a:pt x="962025" y="1087813"/>
                    <a:pt x="942339" y="1088951"/>
                  </a:cubicBezTo>
                  <a:close/>
                  <a:moveTo>
                    <a:pt x="251426" y="785981"/>
                  </a:moveTo>
                  <a:lnTo>
                    <a:pt x="241109" y="776131"/>
                  </a:lnTo>
                  <a:lnTo>
                    <a:pt x="169273" y="748570"/>
                  </a:lnTo>
                  <a:lnTo>
                    <a:pt x="34687" y="723378"/>
                  </a:lnTo>
                  <a:lnTo>
                    <a:pt x="32983" y="757569"/>
                  </a:lnTo>
                  <a:cubicBezTo>
                    <a:pt x="32983" y="757569"/>
                    <a:pt x="8281" y="756526"/>
                    <a:pt x="3076" y="743173"/>
                  </a:cubicBezTo>
                  <a:cubicBezTo>
                    <a:pt x="-2035" y="729723"/>
                    <a:pt x="10836" y="715327"/>
                    <a:pt x="10836" y="715327"/>
                  </a:cubicBezTo>
                  <a:cubicBezTo>
                    <a:pt x="28346" y="594670"/>
                    <a:pt x="57875" y="518998"/>
                    <a:pt x="91001" y="420029"/>
                  </a:cubicBezTo>
                  <a:cubicBezTo>
                    <a:pt x="148167" y="249366"/>
                    <a:pt x="190189" y="196992"/>
                    <a:pt x="356198" y="141590"/>
                  </a:cubicBezTo>
                  <a:lnTo>
                    <a:pt x="367839" y="137516"/>
                  </a:lnTo>
                  <a:cubicBezTo>
                    <a:pt x="400965" y="124921"/>
                    <a:pt x="441190" y="101528"/>
                    <a:pt x="481319" y="83722"/>
                  </a:cubicBezTo>
                  <a:cubicBezTo>
                    <a:pt x="477628" y="80409"/>
                    <a:pt x="474410" y="77283"/>
                    <a:pt x="473369" y="69137"/>
                  </a:cubicBezTo>
                  <a:cubicBezTo>
                    <a:pt x="472613" y="63740"/>
                    <a:pt x="504319" y="8999"/>
                    <a:pt x="520503" y="5588"/>
                  </a:cubicBezTo>
                  <a:cubicBezTo>
                    <a:pt x="529211" y="5114"/>
                    <a:pt x="552493" y="-187"/>
                    <a:pt x="570002" y="4643"/>
                  </a:cubicBezTo>
                  <a:cubicBezTo>
                    <a:pt x="573694" y="5683"/>
                    <a:pt x="558835" y="53985"/>
                    <a:pt x="558835" y="53985"/>
                  </a:cubicBezTo>
                  <a:cubicBezTo>
                    <a:pt x="558835" y="53985"/>
                    <a:pt x="593096" y="89406"/>
                    <a:pt x="683199" y="145093"/>
                  </a:cubicBezTo>
                  <a:cubicBezTo>
                    <a:pt x="717271" y="166117"/>
                    <a:pt x="684240" y="225973"/>
                    <a:pt x="690392" y="246147"/>
                  </a:cubicBezTo>
                  <a:cubicBezTo>
                    <a:pt x="696638" y="266224"/>
                    <a:pt x="731658" y="289996"/>
                    <a:pt x="731658" y="289996"/>
                  </a:cubicBezTo>
                  <a:cubicBezTo>
                    <a:pt x="731658" y="289996"/>
                    <a:pt x="736295" y="268307"/>
                    <a:pt x="746611" y="251260"/>
                  </a:cubicBezTo>
                  <a:cubicBezTo>
                    <a:pt x="756927" y="234214"/>
                    <a:pt x="790906" y="203150"/>
                    <a:pt x="790906" y="203150"/>
                  </a:cubicBezTo>
                  <a:cubicBezTo>
                    <a:pt x="790906" y="203150"/>
                    <a:pt x="822328" y="151722"/>
                    <a:pt x="821287" y="134202"/>
                  </a:cubicBezTo>
                  <a:cubicBezTo>
                    <a:pt x="820246" y="116680"/>
                    <a:pt x="807185" y="79176"/>
                    <a:pt x="807185" y="79176"/>
                  </a:cubicBezTo>
                  <a:cubicBezTo>
                    <a:pt x="807185" y="79176"/>
                    <a:pt x="811538" y="76714"/>
                    <a:pt x="818447" y="79082"/>
                  </a:cubicBezTo>
                  <a:cubicBezTo>
                    <a:pt x="828575" y="86754"/>
                    <a:pt x="841162" y="90636"/>
                    <a:pt x="864351" y="115640"/>
                  </a:cubicBezTo>
                  <a:cubicBezTo>
                    <a:pt x="868894" y="120565"/>
                    <a:pt x="867663" y="126246"/>
                    <a:pt x="868231" y="132970"/>
                  </a:cubicBezTo>
                  <a:cubicBezTo>
                    <a:pt x="881955" y="133539"/>
                    <a:pt x="883658" y="136570"/>
                    <a:pt x="900884" y="147081"/>
                  </a:cubicBezTo>
                  <a:cubicBezTo>
                    <a:pt x="932116" y="166212"/>
                    <a:pt x="978020" y="183639"/>
                    <a:pt x="1004521" y="200782"/>
                  </a:cubicBezTo>
                  <a:cubicBezTo>
                    <a:pt x="1025343" y="217166"/>
                    <a:pt x="1041433" y="242168"/>
                    <a:pt x="1049005" y="266698"/>
                  </a:cubicBezTo>
                  <a:cubicBezTo>
                    <a:pt x="1059037" y="296815"/>
                    <a:pt x="1071246" y="329867"/>
                    <a:pt x="1086957" y="360079"/>
                  </a:cubicBezTo>
                  <a:cubicBezTo>
                    <a:pt x="1087241" y="360079"/>
                    <a:pt x="1018245" y="365762"/>
                    <a:pt x="994204" y="386313"/>
                  </a:cubicBezTo>
                  <a:cubicBezTo>
                    <a:pt x="970069" y="406866"/>
                    <a:pt x="906942" y="683222"/>
                    <a:pt x="906942" y="683222"/>
                  </a:cubicBezTo>
                  <a:cubicBezTo>
                    <a:pt x="906942" y="683222"/>
                    <a:pt x="846652" y="628481"/>
                    <a:pt x="832077" y="622421"/>
                  </a:cubicBezTo>
                  <a:cubicBezTo>
                    <a:pt x="817406" y="616263"/>
                    <a:pt x="791852" y="628386"/>
                    <a:pt x="791852" y="628386"/>
                  </a:cubicBezTo>
                  <a:cubicBezTo>
                    <a:pt x="791852" y="628386"/>
                    <a:pt x="669475" y="660681"/>
                    <a:pt x="666257" y="675077"/>
                  </a:cubicBezTo>
                  <a:cubicBezTo>
                    <a:pt x="664460" y="683128"/>
                    <a:pt x="335187" y="762776"/>
                    <a:pt x="251426" y="785981"/>
                  </a:cubicBezTo>
                  <a:close/>
                </a:path>
              </a:pathLst>
            </a:custGeom>
            <a:solidFill>
              <a:srgbClr val="EF33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3"/>
            <p:cNvSpPr/>
            <p:nvPr/>
          </p:nvSpPr>
          <p:spPr>
            <a:xfrm>
              <a:off x="3146256" y="3655962"/>
              <a:ext cx="870076" cy="540402"/>
            </a:xfrm>
            <a:custGeom>
              <a:rect b="b" l="l" r="r" t="t"/>
              <a:pathLst>
                <a:path extrusionOk="0" h="540402" w="870076">
                  <a:moveTo>
                    <a:pt x="444344" y="42213"/>
                  </a:moveTo>
                  <a:cubicBezTo>
                    <a:pt x="427213" y="45150"/>
                    <a:pt x="405823" y="47517"/>
                    <a:pt x="388693" y="50738"/>
                  </a:cubicBezTo>
                  <a:cubicBezTo>
                    <a:pt x="374401" y="53390"/>
                    <a:pt x="354052" y="58600"/>
                    <a:pt x="341937" y="65890"/>
                  </a:cubicBezTo>
                  <a:cubicBezTo>
                    <a:pt x="329160" y="73562"/>
                    <a:pt x="321872" y="94682"/>
                    <a:pt x="317519" y="108132"/>
                  </a:cubicBezTo>
                  <a:cubicBezTo>
                    <a:pt x="284488" y="211741"/>
                    <a:pt x="248617" y="346889"/>
                    <a:pt x="225713" y="451542"/>
                  </a:cubicBezTo>
                  <a:cubicBezTo>
                    <a:pt x="225713" y="451542"/>
                    <a:pt x="217005" y="449079"/>
                    <a:pt x="208014" y="446427"/>
                  </a:cubicBezTo>
                  <a:cubicBezTo>
                    <a:pt x="197414" y="443206"/>
                    <a:pt x="185394" y="445290"/>
                    <a:pt x="182175" y="445384"/>
                  </a:cubicBezTo>
                  <a:cubicBezTo>
                    <a:pt x="198645" y="477963"/>
                    <a:pt x="171387" y="485161"/>
                    <a:pt x="143087" y="469441"/>
                  </a:cubicBezTo>
                  <a:cubicBezTo>
                    <a:pt x="127376" y="462527"/>
                    <a:pt x="117912" y="451637"/>
                    <a:pt x="100118" y="451257"/>
                  </a:cubicBezTo>
                  <a:cubicBezTo>
                    <a:pt x="89707" y="451068"/>
                    <a:pt x="74375" y="458361"/>
                    <a:pt x="65383" y="463286"/>
                  </a:cubicBezTo>
                  <a:cubicBezTo>
                    <a:pt x="50240" y="471334"/>
                    <a:pt x="28282" y="480805"/>
                    <a:pt x="11813" y="475314"/>
                  </a:cubicBezTo>
                  <a:cubicBezTo>
                    <a:pt x="11056" y="475975"/>
                    <a:pt x="2727" y="482322"/>
                    <a:pt x="1876" y="482888"/>
                  </a:cubicBezTo>
                  <a:cubicBezTo>
                    <a:pt x="36894" y="491793"/>
                    <a:pt x="66992" y="502967"/>
                    <a:pt x="97752" y="514142"/>
                  </a:cubicBezTo>
                  <a:cubicBezTo>
                    <a:pt x="128512" y="527590"/>
                    <a:pt x="162395" y="538009"/>
                    <a:pt x="195236" y="541609"/>
                  </a:cubicBezTo>
                  <a:cubicBezTo>
                    <a:pt x="195142" y="542270"/>
                    <a:pt x="215018" y="542270"/>
                    <a:pt x="214829" y="543029"/>
                  </a:cubicBezTo>
                  <a:cubicBezTo>
                    <a:pt x="357554" y="516415"/>
                    <a:pt x="570034" y="505904"/>
                    <a:pt x="714274" y="486962"/>
                  </a:cubicBezTo>
                  <a:cubicBezTo>
                    <a:pt x="754498" y="484500"/>
                    <a:pt x="792734" y="475975"/>
                    <a:pt x="800496" y="428905"/>
                  </a:cubicBezTo>
                  <a:cubicBezTo>
                    <a:pt x="800022" y="427391"/>
                    <a:pt x="829457" y="279267"/>
                    <a:pt x="841098" y="204733"/>
                  </a:cubicBezTo>
                  <a:cubicBezTo>
                    <a:pt x="845830" y="176890"/>
                    <a:pt x="871952" y="2626"/>
                    <a:pt x="871952" y="2626"/>
                  </a:cubicBezTo>
                  <a:cubicBezTo>
                    <a:pt x="729417" y="6887"/>
                    <a:pt x="584703" y="17970"/>
                    <a:pt x="444344" y="422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3"/>
            <p:cNvSpPr/>
            <p:nvPr/>
          </p:nvSpPr>
          <p:spPr>
            <a:xfrm>
              <a:off x="2478733" y="3320269"/>
              <a:ext cx="1548349" cy="1105287"/>
            </a:xfrm>
            <a:custGeom>
              <a:rect b="b" l="l" r="r" t="t"/>
              <a:pathLst>
                <a:path extrusionOk="0" h="1105287" w="1548349">
                  <a:moveTo>
                    <a:pt x="997725" y="1107914"/>
                  </a:moveTo>
                  <a:cubicBezTo>
                    <a:pt x="986368" y="1104695"/>
                    <a:pt x="986273" y="1088878"/>
                    <a:pt x="984191" y="1079122"/>
                  </a:cubicBezTo>
                  <a:cubicBezTo>
                    <a:pt x="972833" y="1011407"/>
                    <a:pt x="970372" y="946626"/>
                    <a:pt x="980500" y="879952"/>
                  </a:cubicBezTo>
                  <a:cubicBezTo>
                    <a:pt x="949645" y="883362"/>
                    <a:pt x="919170" y="887150"/>
                    <a:pt x="886706" y="887624"/>
                  </a:cubicBezTo>
                  <a:cubicBezTo>
                    <a:pt x="883961" y="887718"/>
                    <a:pt x="881406" y="886488"/>
                    <a:pt x="879702" y="884310"/>
                  </a:cubicBezTo>
                  <a:cubicBezTo>
                    <a:pt x="877904" y="887244"/>
                    <a:pt x="874591" y="888951"/>
                    <a:pt x="871184" y="888856"/>
                  </a:cubicBezTo>
                  <a:cubicBezTo>
                    <a:pt x="798118" y="886583"/>
                    <a:pt x="738964" y="845858"/>
                    <a:pt x="672428" y="823032"/>
                  </a:cubicBezTo>
                  <a:lnTo>
                    <a:pt x="632867" y="843870"/>
                  </a:lnTo>
                  <a:cubicBezTo>
                    <a:pt x="629270" y="855424"/>
                    <a:pt x="614789" y="860065"/>
                    <a:pt x="603715" y="859117"/>
                  </a:cubicBezTo>
                  <a:cubicBezTo>
                    <a:pt x="473389" y="924182"/>
                    <a:pt x="365776" y="990951"/>
                    <a:pt x="232989" y="1046543"/>
                  </a:cubicBezTo>
                  <a:cubicBezTo>
                    <a:pt x="231948" y="1057152"/>
                    <a:pt x="234409" y="1067663"/>
                    <a:pt x="233935" y="1078177"/>
                  </a:cubicBezTo>
                  <a:cubicBezTo>
                    <a:pt x="234314" y="1085564"/>
                    <a:pt x="224186" y="1094182"/>
                    <a:pt x="219075" y="1085941"/>
                  </a:cubicBezTo>
                  <a:cubicBezTo>
                    <a:pt x="214722" y="1074482"/>
                    <a:pt x="219928" y="1061792"/>
                    <a:pt x="221631" y="1050144"/>
                  </a:cubicBezTo>
                  <a:cubicBezTo>
                    <a:pt x="132475" y="1081774"/>
                    <a:pt x="64709" y="1033380"/>
                    <a:pt x="41709" y="943408"/>
                  </a:cubicBezTo>
                  <a:cubicBezTo>
                    <a:pt x="28460" y="881089"/>
                    <a:pt x="33665" y="812711"/>
                    <a:pt x="39343" y="751340"/>
                  </a:cubicBezTo>
                  <a:cubicBezTo>
                    <a:pt x="34895" y="750203"/>
                    <a:pt x="30163" y="749447"/>
                    <a:pt x="25620" y="749729"/>
                  </a:cubicBezTo>
                  <a:cubicBezTo>
                    <a:pt x="23443" y="753139"/>
                    <a:pt x="19184" y="754748"/>
                    <a:pt x="15209" y="754277"/>
                  </a:cubicBezTo>
                  <a:cubicBezTo>
                    <a:pt x="7448" y="764219"/>
                    <a:pt x="26756" y="772176"/>
                    <a:pt x="34990" y="775396"/>
                  </a:cubicBezTo>
                  <a:cubicBezTo>
                    <a:pt x="38302" y="777290"/>
                    <a:pt x="36126" y="780888"/>
                    <a:pt x="32624" y="779847"/>
                  </a:cubicBezTo>
                  <a:cubicBezTo>
                    <a:pt x="13033" y="781552"/>
                    <a:pt x="-8547" y="762515"/>
                    <a:pt x="7448" y="744142"/>
                  </a:cubicBezTo>
                  <a:cubicBezTo>
                    <a:pt x="18427" y="664115"/>
                    <a:pt x="39912" y="594125"/>
                    <a:pt x="62058" y="513813"/>
                  </a:cubicBezTo>
                  <a:cubicBezTo>
                    <a:pt x="86761" y="432837"/>
                    <a:pt x="108814" y="344287"/>
                    <a:pt x="156799" y="275813"/>
                  </a:cubicBezTo>
                  <a:cubicBezTo>
                    <a:pt x="232989" y="172581"/>
                    <a:pt x="373537" y="158090"/>
                    <a:pt x="482380" y="101929"/>
                  </a:cubicBezTo>
                  <a:cubicBezTo>
                    <a:pt x="481717" y="100699"/>
                    <a:pt x="481055" y="99372"/>
                    <a:pt x="480393" y="98142"/>
                  </a:cubicBezTo>
                  <a:lnTo>
                    <a:pt x="480014" y="98518"/>
                  </a:lnTo>
                  <a:lnTo>
                    <a:pt x="480014" y="98518"/>
                  </a:lnTo>
                  <a:lnTo>
                    <a:pt x="480014" y="98518"/>
                  </a:lnTo>
                  <a:cubicBezTo>
                    <a:pt x="475092" y="101834"/>
                    <a:pt x="469224" y="95679"/>
                    <a:pt x="469886" y="90565"/>
                  </a:cubicBezTo>
                  <a:cubicBezTo>
                    <a:pt x="471495" y="82513"/>
                    <a:pt x="478310" y="76548"/>
                    <a:pt x="482001" y="69445"/>
                  </a:cubicBezTo>
                  <a:cubicBezTo>
                    <a:pt x="492506" y="53532"/>
                    <a:pt x="502255" y="34404"/>
                    <a:pt x="520238" y="25689"/>
                  </a:cubicBezTo>
                  <a:cubicBezTo>
                    <a:pt x="520522" y="24364"/>
                    <a:pt x="522983" y="23416"/>
                    <a:pt x="524119" y="24080"/>
                  </a:cubicBezTo>
                  <a:cubicBezTo>
                    <a:pt x="538411" y="18870"/>
                    <a:pt x="555257" y="20008"/>
                    <a:pt x="569643" y="21427"/>
                  </a:cubicBezTo>
                  <a:cubicBezTo>
                    <a:pt x="571347" y="16218"/>
                    <a:pt x="572955" y="7885"/>
                    <a:pt x="578066" y="4854"/>
                  </a:cubicBezTo>
                  <a:cubicBezTo>
                    <a:pt x="585354" y="-261"/>
                    <a:pt x="596239" y="3906"/>
                    <a:pt x="598416" y="12525"/>
                  </a:cubicBezTo>
                  <a:cubicBezTo>
                    <a:pt x="599456" y="33550"/>
                    <a:pt x="585922" y="54196"/>
                    <a:pt x="571158" y="70014"/>
                  </a:cubicBezTo>
                  <a:cubicBezTo>
                    <a:pt x="595198" y="92363"/>
                    <a:pt x="620562" y="113009"/>
                    <a:pt x="648389" y="130341"/>
                  </a:cubicBezTo>
                  <a:cubicBezTo>
                    <a:pt x="686152" y="150703"/>
                    <a:pt x="731487" y="180821"/>
                    <a:pt x="711139" y="230164"/>
                  </a:cubicBezTo>
                  <a:cubicBezTo>
                    <a:pt x="706974" y="244275"/>
                    <a:pt x="699970" y="260754"/>
                    <a:pt x="709814" y="273917"/>
                  </a:cubicBezTo>
                  <a:cubicBezTo>
                    <a:pt x="732812" y="295227"/>
                    <a:pt x="758839" y="315401"/>
                    <a:pt x="768778" y="346844"/>
                  </a:cubicBezTo>
                  <a:cubicBezTo>
                    <a:pt x="772941" y="359439"/>
                    <a:pt x="780514" y="385388"/>
                    <a:pt x="767263" y="393440"/>
                  </a:cubicBezTo>
                  <a:cubicBezTo>
                    <a:pt x="757231" y="390693"/>
                    <a:pt x="761774" y="372794"/>
                    <a:pt x="758367" y="364553"/>
                  </a:cubicBezTo>
                  <a:cubicBezTo>
                    <a:pt x="752309" y="338983"/>
                    <a:pt x="735746" y="316820"/>
                    <a:pt x="715682" y="300341"/>
                  </a:cubicBezTo>
                  <a:cubicBezTo>
                    <a:pt x="689370" y="283106"/>
                    <a:pt x="683218" y="258576"/>
                    <a:pt x="694669" y="229879"/>
                  </a:cubicBezTo>
                  <a:cubicBezTo>
                    <a:pt x="698834" y="217851"/>
                    <a:pt x="701768" y="202510"/>
                    <a:pt x="697888" y="192660"/>
                  </a:cubicBezTo>
                  <a:cubicBezTo>
                    <a:pt x="672050" y="226374"/>
                    <a:pt x="644980" y="260944"/>
                    <a:pt x="620657" y="294565"/>
                  </a:cubicBezTo>
                  <a:cubicBezTo>
                    <a:pt x="622928" y="299962"/>
                    <a:pt x="615925" y="305740"/>
                    <a:pt x="611571" y="305456"/>
                  </a:cubicBezTo>
                  <a:cubicBezTo>
                    <a:pt x="599551" y="305266"/>
                    <a:pt x="586774" y="281684"/>
                    <a:pt x="580812" y="270130"/>
                  </a:cubicBezTo>
                  <a:cubicBezTo>
                    <a:pt x="569832" y="249105"/>
                    <a:pt x="561882" y="227227"/>
                    <a:pt x="550903" y="206202"/>
                  </a:cubicBezTo>
                  <a:cubicBezTo>
                    <a:pt x="533772" y="171256"/>
                    <a:pt x="509638" y="140855"/>
                    <a:pt x="486923" y="109506"/>
                  </a:cubicBezTo>
                  <a:cubicBezTo>
                    <a:pt x="468845" y="126080"/>
                    <a:pt x="443007" y="138108"/>
                    <a:pt x="421901" y="147674"/>
                  </a:cubicBezTo>
                  <a:lnTo>
                    <a:pt x="421901" y="147674"/>
                  </a:lnTo>
                  <a:cubicBezTo>
                    <a:pt x="353662" y="178264"/>
                    <a:pt x="271983" y="198815"/>
                    <a:pt x="215763" y="246074"/>
                  </a:cubicBezTo>
                  <a:cubicBezTo>
                    <a:pt x="148186" y="303846"/>
                    <a:pt x="127554" y="387190"/>
                    <a:pt x="100201" y="470436"/>
                  </a:cubicBezTo>
                  <a:cubicBezTo>
                    <a:pt x="80893" y="533607"/>
                    <a:pt x="58841" y="613919"/>
                    <a:pt x="43603" y="681255"/>
                  </a:cubicBezTo>
                  <a:lnTo>
                    <a:pt x="43603" y="681350"/>
                  </a:lnTo>
                  <a:cubicBezTo>
                    <a:pt x="39533" y="699061"/>
                    <a:pt x="35369" y="717434"/>
                    <a:pt x="30258" y="735240"/>
                  </a:cubicBezTo>
                  <a:cubicBezTo>
                    <a:pt x="59787" y="738649"/>
                    <a:pt x="276336" y="769049"/>
                    <a:pt x="262613" y="800588"/>
                  </a:cubicBezTo>
                  <a:cubicBezTo>
                    <a:pt x="266398" y="799545"/>
                    <a:pt x="271225" y="798125"/>
                    <a:pt x="274916" y="797177"/>
                  </a:cubicBezTo>
                  <a:cubicBezTo>
                    <a:pt x="270468" y="790264"/>
                    <a:pt x="272455" y="778899"/>
                    <a:pt x="272929" y="770377"/>
                  </a:cubicBezTo>
                  <a:cubicBezTo>
                    <a:pt x="275957" y="716486"/>
                    <a:pt x="282299" y="664871"/>
                    <a:pt x="289018" y="612026"/>
                  </a:cubicBezTo>
                  <a:cubicBezTo>
                    <a:pt x="284476" y="593366"/>
                    <a:pt x="275485" y="573384"/>
                    <a:pt x="267818" y="555578"/>
                  </a:cubicBezTo>
                  <a:cubicBezTo>
                    <a:pt x="267251" y="554537"/>
                    <a:pt x="268386" y="553589"/>
                    <a:pt x="269333" y="553589"/>
                  </a:cubicBezTo>
                  <a:cubicBezTo>
                    <a:pt x="279933" y="561261"/>
                    <a:pt x="287126" y="573479"/>
                    <a:pt x="293562" y="584749"/>
                  </a:cubicBezTo>
                  <a:cubicBezTo>
                    <a:pt x="314573" y="494208"/>
                    <a:pt x="314100" y="645929"/>
                    <a:pt x="310314" y="666103"/>
                  </a:cubicBezTo>
                  <a:cubicBezTo>
                    <a:pt x="308137" y="705785"/>
                    <a:pt x="303499" y="751151"/>
                    <a:pt x="294130" y="791781"/>
                  </a:cubicBezTo>
                  <a:cubicBezTo>
                    <a:pt x="378649" y="768104"/>
                    <a:pt x="472536" y="743194"/>
                    <a:pt x="559611" y="720181"/>
                  </a:cubicBezTo>
                  <a:cubicBezTo>
                    <a:pt x="565669" y="709478"/>
                    <a:pt x="576836" y="700292"/>
                    <a:pt x="589613" y="700102"/>
                  </a:cubicBezTo>
                  <a:cubicBezTo>
                    <a:pt x="599362" y="701145"/>
                    <a:pt x="611098" y="703986"/>
                    <a:pt x="595670" y="710521"/>
                  </a:cubicBezTo>
                  <a:cubicBezTo>
                    <a:pt x="605419" y="707869"/>
                    <a:pt x="623307" y="703133"/>
                    <a:pt x="632772" y="700292"/>
                  </a:cubicBezTo>
                  <a:lnTo>
                    <a:pt x="632772" y="700292"/>
                  </a:lnTo>
                  <a:cubicBezTo>
                    <a:pt x="644508" y="696883"/>
                    <a:pt x="656528" y="693378"/>
                    <a:pt x="668642" y="691200"/>
                  </a:cubicBezTo>
                  <a:cubicBezTo>
                    <a:pt x="700065" y="675669"/>
                    <a:pt x="734042" y="664304"/>
                    <a:pt x="766979" y="653317"/>
                  </a:cubicBezTo>
                  <a:cubicBezTo>
                    <a:pt x="793101" y="647351"/>
                    <a:pt x="838058" y="618465"/>
                    <a:pt x="856041" y="650191"/>
                  </a:cubicBezTo>
                  <a:cubicBezTo>
                    <a:pt x="867492" y="657863"/>
                    <a:pt x="877810" y="667144"/>
                    <a:pt x="887936" y="676330"/>
                  </a:cubicBezTo>
                  <a:cubicBezTo>
                    <a:pt x="891248" y="679172"/>
                    <a:pt x="894088" y="681255"/>
                    <a:pt x="894940" y="685991"/>
                  </a:cubicBezTo>
                  <a:cubicBezTo>
                    <a:pt x="893520" y="700102"/>
                    <a:pt x="876484" y="683433"/>
                    <a:pt x="871847" y="677657"/>
                  </a:cubicBezTo>
                  <a:lnTo>
                    <a:pt x="871847" y="677657"/>
                  </a:lnTo>
                  <a:cubicBezTo>
                    <a:pt x="865695" y="670839"/>
                    <a:pt x="858880" y="664397"/>
                    <a:pt x="853864" y="657958"/>
                  </a:cubicBezTo>
                  <a:cubicBezTo>
                    <a:pt x="851214" y="659474"/>
                    <a:pt x="847428" y="658906"/>
                    <a:pt x="846102" y="655969"/>
                  </a:cubicBezTo>
                  <a:cubicBezTo>
                    <a:pt x="838531" y="641858"/>
                    <a:pt x="819602" y="648961"/>
                    <a:pt x="807866" y="652843"/>
                  </a:cubicBezTo>
                  <a:lnTo>
                    <a:pt x="807866" y="652843"/>
                  </a:lnTo>
                  <a:cubicBezTo>
                    <a:pt x="765843" y="665250"/>
                    <a:pt x="722496" y="679362"/>
                    <a:pt x="680000" y="691864"/>
                  </a:cubicBezTo>
                  <a:cubicBezTo>
                    <a:pt x="688613" y="705122"/>
                    <a:pt x="641196" y="709573"/>
                    <a:pt x="632393" y="713457"/>
                  </a:cubicBezTo>
                  <a:lnTo>
                    <a:pt x="632393" y="713457"/>
                  </a:lnTo>
                  <a:cubicBezTo>
                    <a:pt x="613559" y="717908"/>
                    <a:pt x="594914" y="723023"/>
                    <a:pt x="576079" y="727948"/>
                  </a:cubicBezTo>
                  <a:cubicBezTo>
                    <a:pt x="561788" y="749729"/>
                    <a:pt x="580812" y="838471"/>
                    <a:pt x="610719" y="840649"/>
                  </a:cubicBezTo>
                  <a:cubicBezTo>
                    <a:pt x="634192" y="828621"/>
                    <a:pt x="657095" y="816782"/>
                    <a:pt x="679905" y="805134"/>
                  </a:cubicBezTo>
                  <a:cubicBezTo>
                    <a:pt x="683502" y="803050"/>
                    <a:pt x="688139" y="805513"/>
                    <a:pt x="689086" y="809395"/>
                  </a:cubicBezTo>
                  <a:cubicBezTo>
                    <a:pt x="744832" y="799545"/>
                    <a:pt x="750416" y="760337"/>
                    <a:pt x="812125" y="798125"/>
                  </a:cubicBezTo>
                  <a:cubicBezTo>
                    <a:pt x="819981" y="802008"/>
                    <a:pt x="829918" y="807217"/>
                    <a:pt x="839004" y="807407"/>
                  </a:cubicBezTo>
                  <a:cubicBezTo>
                    <a:pt x="861624" y="804375"/>
                    <a:pt x="843548" y="777480"/>
                    <a:pt x="831243" y="771986"/>
                  </a:cubicBezTo>
                  <a:cubicBezTo>
                    <a:pt x="807866" y="757969"/>
                    <a:pt x="780514" y="757495"/>
                    <a:pt x="754865" y="752476"/>
                  </a:cubicBezTo>
                  <a:cubicBezTo>
                    <a:pt x="752971" y="751720"/>
                    <a:pt x="751836" y="749918"/>
                    <a:pt x="751930" y="747930"/>
                  </a:cubicBezTo>
                  <a:cubicBezTo>
                    <a:pt x="751930" y="746226"/>
                    <a:pt x="753161" y="744806"/>
                    <a:pt x="754865" y="744522"/>
                  </a:cubicBezTo>
                  <a:cubicBezTo>
                    <a:pt x="766979" y="741870"/>
                    <a:pt x="779283" y="744711"/>
                    <a:pt x="791398" y="747551"/>
                  </a:cubicBezTo>
                  <a:cubicBezTo>
                    <a:pt x="812125" y="752381"/>
                    <a:pt x="840046" y="759958"/>
                    <a:pt x="853769" y="779942"/>
                  </a:cubicBezTo>
                  <a:cubicBezTo>
                    <a:pt x="863990" y="770566"/>
                    <a:pt x="877241" y="782782"/>
                    <a:pt x="888882" y="779753"/>
                  </a:cubicBezTo>
                  <a:cubicBezTo>
                    <a:pt x="909895" y="670649"/>
                    <a:pt x="936868" y="566660"/>
                    <a:pt x="970940" y="461344"/>
                  </a:cubicBezTo>
                  <a:cubicBezTo>
                    <a:pt x="989396" y="385483"/>
                    <a:pt x="1010503" y="387661"/>
                    <a:pt x="1080824" y="375823"/>
                  </a:cubicBezTo>
                  <a:cubicBezTo>
                    <a:pt x="1062746" y="338888"/>
                    <a:pt x="1054607" y="302804"/>
                    <a:pt x="1034826" y="266909"/>
                  </a:cubicBezTo>
                  <a:cubicBezTo>
                    <a:pt x="1004351" y="208570"/>
                    <a:pt x="934502" y="195501"/>
                    <a:pt x="886421" y="157144"/>
                  </a:cubicBezTo>
                  <a:cubicBezTo>
                    <a:pt x="885286" y="156386"/>
                    <a:pt x="886327" y="154682"/>
                    <a:pt x="887557" y="154682"/>
                  </a:cubicBezTo>
                  <a:cubicBezTo>
                    <a:pt x="903458" y="162259"/>
                    <a:pt x="920211" y="168983"/>
                    <a:pt x="936679" y="174853"/>
                  </a:cubicBezTo>
                  <a:lnTo>
                    <a:pt x="936679" y="174853"/>
                  </a:lnTo>
                  <a:cubicBezTo>
                    <a:pt x="1010691" y="198151"/>
                    <a:pt x="1056122" y="232721"/>
                    <a:pt x="1077512" y="310002"/>
                  </a:cubicBezTo>
                  <a:lnTo>
                    <a:pt x="1077512" y="310096"/>
                  </a:lnTo>
                  <a:cubicBezTo>
                    <a:pt x="1084231" y="331311"/>
                    <a:pt x="1093128" y="351674"/>
                    <a:pt x="1103160" y="371846"/>
                  </a:cubicBezTo>
                  <a:cubicBezTo>
                    <a:pt x="1249483" y="348833"/>
                    <a:pt x="1401199" y="326386"/>
                    <a:pt x="1548184" y="330175"/>
                  </a:cubicBezTo>
                  <a:cubicBezTo>
                    <a:pt x="1549888" y="332259"/>
                    <a:pt x="1550550" y="334911"/>
                    <a:pt x="1550076" y="337563"/>
                  </a:cubicBezTo>
                  <a:cubicBezTo>
                    <a:pt x="1536448" y="418347"/>
                    <a:pt x="1524712" y="497144"/>
                    <a:pt x="1511367" y="577740"/>
                  </a:cubicBezTo>
                  <a:cubicBezTo>
                    <a:pt x="1499631" y="646119"/>
                    <a:pt x="1489882" y="710995"/>
                    <a:pt x="1476348" y="778046"/>
                  </a:cubicBezTo>
                  <a:cubicBezTo>
                    <a:pt x="1463477" y="839040"/>
                    <a:pt x="1396184" y="832031"/>
                    <a:pt x="1348387" y="838755"/>
                  </a:cubicBezTo>
                  <a:cubicBezTo>
                    <a:pt x="1329363" y="840175"/>
                    <a:pt x="1152849" y="861010"/>
                    <a:pt x="1129851" y="863378"/>
                  </a:cubicBezTo>
                  <a:cubicBezTo>
                    <a:pt x="1133163" y="891980"/>
                    <a:pt x="1132595" y="921530"/>
                    <a:pt x="1130797" y="951172"/>
                  </a:cubicBezTo>
                  <a:cubicBezTo>
                    <a:pt x="1129567" y="975228"/>
                    <a:pt x="1129377" y="1000327"/>
                    <a:pt x="1110543" y="1019458"/>
                  </a:cubicBezTo>
                  <a:cubicBezTo>
                    <a:pt x="1082906" y="1047112"/>
                    <a:pt x="1044196" y="1077229"/>
                    <a:pt x="1001795" y="1073915"/>
                  </a:cubicBezTo>
                  <a:cubicBezTo>
                    <a:pt x="1003310" y="1084047"/>
                    <a:pt x="1011732" y="1104221"/>
                    <a:pt x="997725" y="1107914"/>
                  </a:cubicBezTo>
                  <a:close/>
                  <a:moveTo>
                    <a:pt x="1120859" y="864421"/>
                  </a:moveTo>
                  <a:cubicBezTo>
                    <a:pt x="1077606" y="869346"/>
                    <a:pt x="1031892" y="874271"/>
                    <a:pt x="990343" y="878816"/>
                  </a:cubicBezTo>
                  <a:cubicBezTo>
                    <a:pt x="987125" y="933179"/>
                    <a:pt x="989585" y="993885"/>
                    <a:pt x="997157" y="1045690"/>
                  </a:cubicBezTo>
                  <a:cubicBezTo>
                    <a:pt x="1002647" y="1046069"/>
                    <a:pt x="1003215" y="1051753"/>
                    <a:pt x="1009650" y="1051184"/>
                  </a:cubicBezTo>
                  <a:cubicBezTo>
                    <a:pt x="1044858" y="1046449"/>
                    <a:pt x="1074672" y="1018984"/>
                    <a:pt x="1094264" y="991046"/>
                  </a:cubicBezTo>
                  <a:cubicBezTo>
                    <a:pt x="1102688" y="968315"/>
                    <a:pt x="1100889" y="948615"/>
                    <a:pt x="1106473" y="922855"/>
                  </a:cubicBezTo>
                  <a:cubicBezTo>
                    <a:pt x="1106473" y="922855"/>
                    <a:pt x="1120859" y="864421"/>
                    <a:pt x="1120859" y="864421"/>
                  </a:cubicBezTo>
                  <a:lnTo>
                    <a:pt x="1120859" y="864421"/>
                  </a:lnTo>
                  <a:close/>
                  <a:moveTo>
                    <a:pt x="41804" y="751909"/>
                  </a:moveTo>
                  <a:cubicBezTo>
                    <a:pt x="43035" y="819909"/>
                    <a:pt x="36789" y="891885"/>
                    <a:pt x="59125" y="958370"/>
                  </a:cubicBezTo>
                  <a:cubicBezTo>
                    <a:pt x="107867" y="1091056"/>
                    <a:pt x="219359" y="1047017"/>
                    <a:pt x="314479" y="993980"/>
                  </a:cubicBezTo>
                  <a:lnTo>
                    <a:pt x="314479" y="993980"/>
                  </a:lnTo>
                  <a:cubicBezTo>
                    <a:pt x="402783" y="947764"/>
                    <a:pt x="493264" y="901356"/>
                    <a:pt x="587057" y="852867"/>
                  </a:cubicBezTo>
                  <a:cubicBezTo>
                    <a:pt x="556487" y="828526"/>
                    <a:pt x="550146" y="772270"/>
                    <a:pt x="554595" y="733629"/>
                  </a:cubicBezTo>
                  <a:cubicBezTo>
                    <a:pt x="459759" y="758823"/>
                    <a:pt x="364547" y="785149"/>
                    <a:pt x="268764" y="807975"/>
                  </a:cubicBezTo>
                  <a:cubicBezTo>
                    <a:pt x="224281" y="820193"/>
                    <a:pt x="174687" y="824834"/>
                    <a:pt x="138154" y="855898"/>
                  </a:cubicBezTo>
                  <a:cubicBezTo>
                    <a:pt x="137302" y="856654"/>
                    <a:pt x="136639" y="856654"/>
                    <a:pt x="137208" y="855898"/>
                  </a:cubicBezTo>
                  <a:cubicBezTo>
                    <a:pt x="157840" y="827675"/>
                    <a:pt x="208949" y="816498"/>
                    <a:pt x="243116" y="806082"/>
                  </a:cubicBezTo>
                  <a:cubicBezTo>
                    <a:pt x="186707" y="786192"/>
                    <a:pt x="141087" y="772839"/>
                    <a:pt x="90547" y="763463"/>
                  </a:cubicBezTo>
                  <a:lnTo>
                    <a:pt x="90547" y="763463"/>
                  </a:lnTo>
                  <a:cubicBezTo>
                    <a:pt x="74079" y="760906"/>
                    <a:pt x="57895" y="756170"/>
                    <a:pt x="41804" y="751909"/>
                  </a:cubicBezTo>
                  <a:close/>
                  <a:moveTo>
                    <a:pt x="1533230" y="343623"/>
                  </a:moveTo>
                  <a:cubicBezTo>
                    <a:pt x="1364099" y="348359"/>
                    <a:pt x="1196103" y="368153"/>
                    <a:pt x="1030189" y="400353"/>
                  </a:cubicBezTo>
                  <a:cubicBezTo>
                    <a:pt x="989113" y="408876"/>
                    <a:pt x="991667" y="461818"/>
                    <a:pt x="977565" y="493357"/>
                  </a:cubicBezTo>
                  <a:cubicBezTo>
                    <a:pt x="950781" y="581623"/>
                    <a:pt x="927876" y="667902"/>
                    <a:pt x="908569" y="756265"/>
                  </a:cubicBezTo>
                  <a:cubicBezTo>
                    <a:pt x="908569" y="756265"/>
                    <a:pt x="908569" y="756265"/>
                    <a:pt x="908569" y="756265"/>
                  </a:cubicBezTo>
                  <a:cubicBezTo>
                    <a:pt x="899862" y="795758"/>
                    <a:pt x="892763" y="825969"/>
                    <a:pt x="880743" y="871145"/>
                  </a:cubicBezTo>
                  <a:cubicBezTo>
                    <a:pt x="1019304" y="845195"/>
                    <a:pt x="1237463" y="829000"/>
                    <a:pt x="1380472" y="810248"/>
                  </a:cubicBezTo>
                  <a:cubicBezTo>
                    <a:pt x="1407257" y="806743"/>
                    <a:pt x="1440004" y="811101"/>
                    <a:pt x="1453065" y="780983"/>
                  </a:cubicBezTo>
                  <a:cubicBezTo>
                    <a:pt x="1470480" y="730882"/>
                    <a:pt x="1474077" y="673775"/>
                    <a:pt x="1484298" y="622063"/>
                  </a:cubicBezTo>
                  <a:cubicBezTo>
                    <a:pt x="1493952" y="564387"/>
                    <a:pt x="1522156" y="403195"/>
                    <a:pt x="1533230" y="343623"/>
                  </a:cubicBezTo>
                  <a:close/>
                  <a:moveTo>
                    <a:pt x="871184" y="867642"/>
                  </a:moveTo>
                  <a:cubicBezTo>
                    <a:pt x="873267" y="867642"/>
                    <a:pt x="875349" y="868208"/>
                    <a:pt x="877146" y="869441"/>
                  </a:cubicBezTo>
                  <a:lnTo>
                    <a:pt x="886800" y="791496"/>
                  </a:lnTo>
                  <a:cubicBezTo>
                    <a:pt x="877525" y="791212"/>
                    <a:pt x="864180" y="782026"/>
                    <a:pt x="855189" y="782215"/>
                  </a:cubicBezTo>
                  <a:cubicBezTo>
                    <a:pt x="864369" y="796326"/>
                    <a:pt x="859732" y="819150"/>
                    <a:pt x="840234" y="818392"/>
                  </a:cubicBezTo>
                  <a:cubicBezTo>
                    <a:pt x="812976" y="817920"/>
                    <a:pt x="792818" y="793864"/>
                    <a:pt x="765654" y="792726"/>
                  </a:cubicBezTo>
                  <a:cubicBezTo>
                    <a:pt x="739059" y="795758"/>
                    <a:pt x="716533" y="819624"/>
                    <a:pt x="687288" y="815078"/>
                  </a:cubicBezTo>
                  <a:cubicBezTo>
                    <a:pt x="686625" y="815742"/>
                    <a:pt x="684069" y="816972"/>
                    <a:pt x="683123" y="817446"/>
                  </a:cubicBezTo>
                  <a:cubicBezTo>
                    <a:pt x="748808" y="824644"/>
                    <a:pt x="804459" y="868019"/>
                    <a:pt x="871184" y="867642"/>
                  </a:cubicBezTo>
                  <a:close/>
                  <a:moveTo>
                    <a:pt x="524591" y="33930"/>
                  </a:moveTo>
                  <a:cubicBezTo>
                    <a:pt x="504337" y="47377"/>
                    <a:pt x="497902" y="73611"/>
                    <a:pt x="484367" y="92553"/>
                  </a:cubicBezTo>
                  <a:lnTo>
                    <a:pt x="484367" y="92553"/>
                  </a:lnTo>
                  <a:lnTo>
                    <a:pt x="484367" y="92553"/>
                  </a:lnTo>
                  <a:cubicBezTo>
                    <a:pt x="483895" y="93217"/>
                    <a:pt x="483326" y="93878"/>
                    <a:pt x="482947" y="94447"/>
                  </a:cubicBezTo>
                  <a:cubicBezTo>
                    <a:pt x="501783" y="117178"/>
                    <a:pt x="527526" y="142654"/>
                    <a:pt x="543615" y="167656"/>
                  </a:cubicBezTo>
                  <a:cubicBezTo>
                    <a:pt x="571252" y="204593"/>
                    <a:pt x="581474" y="250620"/>
                    <a:pt x="609395" y="286988"/>
                  </a:cubicBezTo>
                  <a:cubicBezTo>
                    <a:pt x="619995" y="267193"/>
                    <a:pt x="632393" y="255165"/>
                    <a:pt x="647347" y="235939"/>
                  </a:cubicBezTo>
                  <a:cubicBezTo>
                    <a:pt x="662586" y="219555"/>
                    <a:pt x="676403" y="199099"/>
                    <a:pt x="695143" y="186218"/>
                  </a:cubicBezTo>
                  <a:cubicBezTo>
                    <a:pt x="685963" y="170782"/>
                    <a:pt x="669684" y="161880"/>
                    <a:pt x="655675" y="153260"/>
                  </a:cubicBezTo>
                  <a:cubicBezTo>
                    <a:pt x="632298" y="139148"/>
                    <a:pt x="602012" y="119451"/>
                    <a:pt x="580527" y="99561"/>
                  </a:cubicBezTo>
                  <a:cubicBezTo>
                    <a:pt x="561030" y="83272"/>
                    <a:pt x="539357" y="56279"/>
                    <a:pt x="524591" y="33930"/>
                  </a:cubicBezTo>
                  <a:close/>
                  <a:moveTo>
                    <a:pt x="568507" y="25973"/>
                  </a:moveTo>
                  <a:cubicBezTo>
                    <a:pt x="556298" y="27016"/>
                    <a:pt x="542953" y="26732"/>
                    <a:pt x="531500" y="30803"/>
                  </a:cubicBezTo>
                  <a:cubicBezTo>
                    <a:pt x="541723" y="40464"/>
                    <a:pt x="551187" y="50598"/>
                    <a:pt x="561125" y="60448"/>
                  </a:cubicBezTo>
                  <a:cubicBezTo>
                    <a:pt x="562829" y="49840"/>
                    <a:pt x="566520" y="36676"/>
                    <a:pt x="568507" y="25973"/>
                  </a:cubicBezTo>
                  <a:close/>
                  <a:moveTo>
                    <a:pt x="565384" y="1031297"/>
                  </a:moveTo>
                  <a:cubicBezTo>
                    <a:pt x="561030" y="1031202"/>
                    <a:pt x="557717" y="1025993"/>
                    <a:pt x="559894" y="1022013"/>
                  </a:cubicBezTo>
                  <a:cubicBezTo>
                    <a:pt x="575511" y="992276"/>
                    <a:pt x="593683" y="964622"/>
                    <a:pt x="611287" y="938388"/>
                  </a:cubicBezTo>
                  <a:cubicBezTo>
                    <a:pt x="627188" y="915562"/>
                    <a:pt x="642142" y="889328"/>
                    <a:pt x="661543" y="869630"/>
                  </a:cubicBezTo>
                  <a:cubicBezTo>
                    <a:pt x="662207" y="869251"/>
                    <a:pt x="663153" y="869725"/>
                    <a:pt x="663153" y="870576"/>
                  </a:cubicBezTo>
                  <a:cubicBezTo>
                    <a:pt x="663437" y="877207"/>
                    <a:pt x="659746" y="883552"/>
                    <a:pt x="656906" y="889707"/>
                  </a:cubicBezTo>
                  <a:cubicBezTo>
                    <a:pt x="632677" y="937535"/>
                    <a:pt x="602390" y="997770"/>
                    <a:pt x="565384" y="1031297"/>
                  </a:cubicBezTo>
                  <a:lnTo>
                    <a:pt x="565384" y="1031297"/>
                  </a:lnTo>
                  <a:close/>
                  <a:moveTo>
                    <a:pt x="882637" y="755981"/>
                  </a:moveTo>
                  <a:cubicBezTo>
                    <a:pt x="874685" y="756737"/>
                    <a:pt x="864559" y="748025"/>
                    <a:pt x="857933" y="740353"/>
                  </a:cubicBezTo>
                  <a:cubicBezTo>
                    <a:pt x="846102" y="724348"/>
                    <a:pt x="825944" y="727663"/>
                    <a:pt x="808813" y="730882"/>
                  </a:cubicBezTo>
                  <a:cubicBezTo>
                    <a:pt x="797739" y="731925"/>
                    <a:pt x="758177" y="739028"/>
                    <a:pt x="752215" y="736091"/>
                  </a:cubicBezTo>
                  <a:cubicBezTo>
                    <a:pt x="762246" y="732968"/>
                    <a:pt x="818751" y="721980"/>
                    <a:pt x="830203" y="719612"/>
                  </a:cubicBezTo>
                  <a:cubicBezTo>
                    <a:pt x="850078" y="715067"/>
                    <a:pt x="862288" y="731356"/>
                    <a:pt x="875064" y="743289"/>
                  </a:cubicBezTo>
                  <a:cubicBezTo>
                    <a:pt x="878661" y="746036"/>
                    <a:pt x="882920" y="747645"/>
                    <a:pt x="887369" y="747930"/>
                  </a:cubicBezTo>
                  <a:cubicBezTo>
                    <a:pt x="891343" y="748025"/>
                    <a:pt x="892384" y="754087"/>
                    <a:pt x="888410" y="755033"/>
                  </a:cubicBezTo>
                  <a:cubicBezTo>
                    <a:pt x="886516" y="755602"/>
                    <a:pt x="884624" y="755886"/>
                    <a:pt x="882637" y="755981"/>
                  </a:cubicBezTo>
                  <a:close/>
                  <a:moveTo>
                    <a:pt x="894940" y="717150"/>
                  </a:moveTo>
                  <a:cubicBezTo>
                    <a:pt x="880743" y="714119"/>
                    <a:pt x="870143" y="703323"/>
                    <a:pt x="858312" y="695651"/>
                  </a:cubicBezTo>
                  <a:cubicBezTo>
                    <a:pt x="847333" y="687792"/>
                    <a:pt x="831149" y="688074"/>
                    <a:pt x="817141" y="689686"/>
                  </a:cubicBezTo>
                  <a:cubicBezTo>
                    <a:pt x="786949" y="691579"/>
                    <a:pt x="760543" y="698493"/>
                    <a:pt x="731392" y="702375"/>
                  </a:cubicBezTo>
                  <a:lnTo>
                    <a:pt x="731392" y="702280"/>
                  </a:lnTo>
                  <a:cubicBezTo>
                    <a:pt x="729784" y="702280"/>
                    <a:pt x="728932" y="699912"/>
                    <a:pt x="730540" y="699156"/>
                  </a:cubicBezTo>
                  <a:cubicBezTo>
                    <a:pt x="754770" y="686939"/>
                    <a:pt x="793764" y="683246"/>
                    <a:pt x="820548" y="678698"/>
                  </a:cubicBezTo>
                  <a:cubicBezTo>
                    <a:pt x="850741" y="673017"/>
                    <a:pt x="879607" y="689970"/>
                    <a:pt x="897211" y="713457"/>
                  </a:cubicBezTo>
                  <a:cubicBezTo>
                    <a:pt x="898252" y="714972"/>
                    <a:pt x="896833" y="717150"/>
                    <a:pt x="894940" y="717150"/>
                  </a:cubicBezTo>
                  <a:close/>
                  <a:moveTo>
                    <a:pt x="364735" y="520821"/>
                  </a:moveTo>
                  <a:cubicBezTo>
                    <a:pt x="362463" y="521011"/>
                    <a:pt x="360476" y="519306"/>
                    <a:pt x="360192" y="517128"/>
                  </a:cubicBezTo>
                  <a:cubicBezTo>
                    <a:pt x="351674" y="462766"/>
                    <a:pt x="344198" y="408309"/>
                    <a:pt x="334449" y="354229"/>
                  </a:cubicBezTo>
                  <a:lnTo>
                    <a:pt x="334449" y="354137"/>
                  </a:lnTo>
                  <a:cubicBezTo>
                    <a:pt x="332462" y="344759"/>
                    <a:pt x="324984" y="293996"/>
                    <a:pt x="323375" y="283673"/>
                  </a:cubicBezTo>
                  <a:cubicBezTo>
                    <a:pt x="323280" y="282537"/>
                    <a:pt x="324984" y="282063"/>
                    <a:pt x="325551" y="283011"/>
                  </a:cubicBezTo>
                  <a:cubicBezTo>
                    <a:pt x="334922" y="299680"/>
                    <a:pt x="339748" y="319567"/>
                    <a:pt x="344954" y="338414"/>
                  </a:cubicBezTo>
                  <a:cubicBezTo>
                    <a:pt x="359814" y="392681"/>
                    <a:pt x="370508" y="457936"/>
                    <a:pt x="370415" y="515706"/>
                  </a:cubicBezTo>
                  <a:cubicBezTo>
                    <a:pt x="370508" y="518643"/>
                    <a:pt x="367575" y="520916"/>
                    <a:pt x="364735" y="520821"/>
                  </a:cubicBezTo>
                  <a:close/>
                  <a:moveTo>
                    <a:pt x="428432" y="464376"/>
                  </a:moveTo>
                  <a:cubicBezTo>
                    <a:pt x="424552" y="464470"/>
                    <a:pt x="421239" y="460775"/>
                    <a:pt x="422091" y="456988"/>
                  </a:cubicBezTo>
                  <a:lnTo>
                    <a:pt x="416885" y="312559"/>
                  </a:lnTo>
                  <a:cubicBezTo>
                    <a:pt x="416128" y="310381"/>
                    <a:pt x="419725" y="309528"/>
                    <a:pt x="420387" y="311611"/>
                  </a:cubicBezTo>
                  <a:cubicBezTo>
                    <a:pt x="439410" y="358303"/>
                    <a:pt x="445752" y="410867"/>
                    <a:pt x="433637" y="460114"/>
                  </a:cubicBezTo>
                  <a:cubicBezTo>
                    <a:pt x="433165" y="462577"/>
                    <a:pt x="430892" y="464470"/>
                    <a:pt x="428432" y="464376"/>
                  </a:cubicBezTo>
                  <a:lnTo>
                    <a:pt x="428432" y="464376"/>
                  </a:lnTo>
                  <a:close/>
                  <a:moveTo>
                    <a:pt x="717858" y="331785"/>
                  </a:moveTo>
                  <a:cubicBezTo>
                    <a:pt x="713410" y="330932"/>
                    <a:pt x="713031" y="324397"/>
                    <a:pt x="709056" y="322219"/>
                  </a:cubicBezTo>
                  <a:cubicBezTo>
                    <a:pt x="698834" y="317105"/>
                    <a:pt x="685584" y="317579"/>
                    <a:pt x="677634" y="307823"/>
                  </a:cubicBezTo>
                  <a:lnTo>
                    <a:pt x="661450" y="271268"/>
                  </a:lnTo>
                  <a:cubicBezTo>
                    <a:pt x="661355" y="269656"/>
                    <a:pt x="663626" y="269182"/>
                    <a:pt x="664383" y="270414"/>
                  </a:cubicBezTo>
                  <a:cubicBezTo>
                    <a:pt x="673186" y="282916"/>
                    <a:pt x="677539" y="300341"/>
                    <a:pt x="692872" y="306593"/>
                  </a:cubicBezTo>
                  <a:cubicBezTo>
                    <a:pt x="702998" y="310476"/>
                    <a:pt x="717007" y="309907"/>
                    <a:pt x="722022" y="321650"/>
                  </a:cubicBezTo>
                  <a:cubicBezTo>
                    <a:pt x="723631" y="325250"/>
                    <a:pt x="722496" y="331500"/>
                    <a:pt x="717858" y="331785"/>
                  </a:cubicBezTo>
                  <a:close/>
                  <a:moveTo>
                    <a:pt x="745116" y="303941"/>
                  </a:moveTo>
                  <a:cubicBezTo>
                    <a:pt x="720697" y="287462"/>
                    <a:pt x="764235" y="241244"/>
                    <a:pt x="780324" y="229974"/>
                  </a:cubicBezTo>
                  <a:cubicBezTo>
                    <a:pt x="801240" y="210464"/>
                    <a:pt x="809948" y="184988"/>
                    <a:pt x="823388" y="161216"/>
                  </a:cubicBezTo>
                  <a:cubicBezTo>
                    <a:pt x="809002" y="137444"/>
                    <a:pt x="806541" y="105716"/>
                    <a:pt x="806731" y="78157"/>
                  </a:cubicBezTo>
                  <a:lnTo>
                    <a:pt x="811558" y="59974"/>
                  </a:lnTo>
                  <a:cubicBezTo>
                    <a:pt x="812409" y="59500"/>
                    <a:pt x="813450" y="59785"/>
                    <a:pt x="813924" y="60543"/>
                  </a:cubicBezTo>
                  <a:cubicBezTo>
                    <a:pt x="814870" y="61489"/>
                    <a:pt x="814680" y="62911"/>
                    <a:pt x="813640" y="63667"/>
                  </a:cubicBezTo>
                  <a:cubicBezTo>
                    <a:pt x="821779" y="89332"/>
                    <a:pt x="825091" y="115566"/>
                    <a:pt x="834935" y="141232"/>
                  </a:cubicBezTo>
                  <a:cubicBezTo>
                    <a:pt x="836544" y="139338"/>
                    <a:pt x="837111" y="142180"/>
                    <a:pt x="836449" y="143505"/>
                  </a:cubicBezTo>
                  <a:cubicBezTo>
                    <a:pt x="836449" y="143505"/>
                    <a:pt x="836449" y="143505"/>
                    <a:pt x="836449" y="143505"/>
                  </a:cubicBezTo>
                  <a:cubicBezTo>
                    <a:pt x="836355" y="143884"/>
                    <a:pt x="836355" y="144263"/>
                    <a:pt x="836260" y="144547"/>
                  </a:cubicBezTo>
                  <a:cubicBezTo>
                    <a:pt x="839288" y="151271"/>
                    <a:pt x="840141" y="161595"/>
                    <a:pt x="831622" y="163868"/>
                  </a:cubicBezTo>
                  <a:cubicBezTo>
                    <a:pt x="823294" y="188304"/>
                    <a:pt x="814586" y="211980"/>
                    <a:pt x="798496" y="233005"/>
                  </a:cubicBezTo>
                  <a:cubicBezTo>
                    <a:pt x="788369" y="245410"/>
                    <a:pt x="774551" y="253841"/>
                    <a:pt x="765654" y="267573"/>
                  </a:cubicBezTo>
                  <a:cubicBezTo>
                    <a:pt x="761111" y="274581"/>
                    <a:pt x="757893" y="282442"/>
                    <a:pt x="755432" y="290491"/>
                  </a:cubicBezTo>
                  <a:cubicBezTo>
                    <a:pt x="753635" y="295795"/>
                    <a:pt x="751268" y="302614"/>
                    <a:pt x="745116" y="303941"/>
                  </a:cubicBezTo>
                  <a:lnTo>
                    <a:pt x="745116" y="303941"/>
                  </a:lnTo>
                  <a:close/>
                  <a:moveTo>
                    <a:pt x="825186" y="290114"/>
                  </a:moveTo>
                  <a:cubicBezTo>
                    <a:pt x="820643" y="290870"/>
                    <a:pt x="812504" y="281684"/>
                    <a:pt x="809097" y="279411"/>
                  </a:cubicBezTo>
                  <a:cubicBezTo>
                    <a:pt x="804459" y="275529"/>
                    <a:pt x="800010" y="272024"/>
                    <a:pt x="795751" y="267857"/>
                  </a:cubicBezTo>
                  <a:cubicBezTo>
                    <a:pt x="788558" y="258481"/>
                    <a:pt x="785530" y="266248"/>
                    <a:pt x="777674" y="273351"/>
                  </a:cubicBezTo>
                  <a:cubicBezTo>
                    <a:pt x="772469" y="277991"/>
                    <a:pt x="768493" y="284241"/>
                    <a:pt x="763666" y="288977"/>
                  </a:cubicBezTo>
                  <a:cubicBezTo>
                    <a:pt x="763004" y="288977"/>
                    <a:pt x="762531" y="288123"/>
                    <a:pt x="762815" y="287557"/>
                  </a:cubicBezTo>
                  <a:cubicBezTo>
                    <a:pt x="766601" y="279506"/>
                    <a:pt x="771049" y="271739"/>
                    <a:pt x="776349" y="264541"/>
                  </a:cubicBezTo>
                  <a:cubicBezTo>
                    <a:pt x="779945" y="259711"/>
                    <a:pt x="784015" y="252513"/>
                    <a:pt x="789694" y="251188"/>
                  </a:cubicBezTo>
                  <a:cubicBezTo>
                    <a:pt x="799916" y="249769"/>
                    <a:pt x="808434" y="261418"/>
                    <a:pt x="816385" y="266248"/>
                  </a:cubicBezTo>
                  <a:cubicBezTo>
                    <a:pt x="814302" y="242855"/>
                    <a:pt x="825470" y="222397"/>
                    <a:pt x="842790" y="207432"/>
                  </a:cubicBezTo>
                  <a:cubicBezTo>
                    <a:pt x="850835" y="199763"/>
                    <a:pt x="853107" y="186123"/>
                    <a:pt x="862572" y="180537"/>
                  </a:cubicBezTo>
                  <a:cubicBezTo>
                    <a:pt x="862855" y="160363"/>
                    <a:pt x="874118" y="137160"/>
                    <a:pt x="851308" y="125322"/>
                  </a:cubicBezTo>
                  <a:lnTo>
                    <a:pt x="851308" y="125322"/>
                  </a:lnTo>
                  <a:cubicBezTo>
                    <a:pt x="824713" y="105716"/>
                    <a:pt x="821117" y="95016"/>
                    <a:pt x="856135" y="114336"/>
                  </a:cubicBezTo>
                  <a:cubicBezTo>
                    <a:pt x="874875" y="122385"/>
                    <a:pt x="884055" y="135835"/>
                    <a:pt x="880932" y="156955"/>
                  </a:cubicBezTo>
                  <a:cubicBezTo>
                    <a:pt x="878661" y="166805"/>
                    <a:pt x="884529" y="196257"/>
                    <a:pt x="868534" y="193321"/>
                  </a:cubicBezTo>
                  <a:cubicBezTo>
                    <a:pt x="852255" y="228742"/>
                    <a:pt x="824335" y="231204"/>
                    <a:pt x="832474" y="279696"/>
                  </a:cubicBezTo>
                  <a:cubicBezTo>
                    <a:pt x="833799" y="284810"/>
                    <a:pt x="831054" y="290491"/>
                    <a:pt x="825186" y="290114"/>
                  </a:cubicBezTo>
                  <a:lnTo>
                    <a:pt x="825186" y="2901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Ребенок со короткими волосами" id="645" name="Google Shape;64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143339" y="1852750"/>
            <a:ext cx="900576" cy="1047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Улыбающееся лицо" id="646" name="Google Shape;64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463651" y="2266136"/>
            <a:ext cx="507252" cy="500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Уход со сплошной заливкой" id="647" name="Google Shape;64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010606" y="3089743"/>
            <a:ext cx="499148" cy="492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Медицина со сплошной заливкой" id="648" name="Google Shape;64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069992" y="2042745"/>
            <a:ext cx="486722" cy="480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Школа со сплошной заливкой" id="649" name="Google Shape;649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261962" y="1831510"/>
            <a:ext cx="486912" cy="480644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3"/>
          <p:cNvSpPr/>
          <p:nvPr/>
        </p:nvSpPr>
        <p:spPr>
          <a:xfrm>
            <a:off x="1612281" y="2615949"/>
            <a:ext cx="10248651" cy="1777638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3"/>
          <p:cNvSpPr txBox="1"/>
          <p:nvPr/>
        </p:nvSpPr>
        <p:spPr>
          <a:xfrm>
            <a:off x="1117137" y="497465"/>
            <a:ext cx="16567950" cy="1069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 пилотного проекта 2. 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Геоинформационный комплекс моделирования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обеспеченности районов Москвы инфраструктурой</a:t>
            </a:r>
            <a:endParaRPr/>
          </a:p>
        </p:txBody>
      </p:sp>
      <p:sp>
        <p:nvSpPr>
          <p:cNvPr id="652" name="Google Shape;652;p13"/>
          <p:cNvSpPr/>
          <p:nvPr/>
        </p:nvSpPr>
        <p:spPr>
          <a:xfrm>
            <a:off x="1760845" y="2607617"/>
            <a:ext cx="10191389" cy="1702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Управленческий инструмент, позволяющий на основе больших данных </a:t>
            </a:r>
            <a:b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ML-алгоритмов рассчитать уровень обеспеченности территорий города Москвы объектами городской инфраструктуры (13 категорий), а также смоделировать изменения городского пространства и эффекты от их строительства/сноса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близлежащих территорий</a:t>
            </a:r>
            <a:endParaRPr/>
          </a:p>
        </p:txBody>
      </p:sp>
      <p:pic>
        <p:nvPicPr>
          <p:cNvPr descr="Маркеры-галочки" id="653" name="Google Shape;65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372161" y="520559"/>
            <a:ext cx="1013694" cy="10136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4" name="Google Shape;654;p13"/>
          <p:cNvGrpSpPr/>
          <p:nvPr/>
        </p:nvGrpSpPr>
        <p:grpSpPr>
          <a:xfrm>
            <a:off x="500466" y="2057179"/>
            <a:ext cx="534183" cy="8261774"/>
            <a:chOff x="-943495" y="1258090"/>
            <a:chExt cx="422581" cy="5048138"/>
          </a:xfrm>
        </p:grpSpPr>
        <p:grpSp>
          <p:nvGrpSpPr>
            <p:cNvPr id="655" name="Google Shape;655;p13"/>
            <p:cNvGrpSpPr/>
            <p:nvPr/>
          </p:nvGrpSpPr>
          <p:grpSpPr>
            <a:xfrm>
              <a:off x="-928775" y="1258090"/>
              <a:ext cx="393984" cy="5048138"/>
              <a:chOff x="-2477970" y="2862805"/>
              <a:chExt cx="838713" cy="2698648"/>
            </a:xfrm>
          </p:grpSpPr>
          <p:sp>
            <p:nvSpPr>
              <p:cNvPr id="656" name="Google Shape;656;p13"/>
              <p:cNvSpPr/>
              <p:nvPr/>
            </p:nvSpPr>
            <p:spPr>
              <a:xfrm>
                <a:off x="-2477894" y="4422199"/>
                <a:ext cx="838637" cy="1139254"/>
              </a:xfrm>
              <a:prstGeom prst="rect">
                <a:avLst/>
              </a:prstGeom>
              <a:solidFill>
                <a:srgbClr val="3B383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-2477970" y="3298266"/>
                <a:ext cx="836816" cy="1123933"/>
              </a:xfrm>
              <a:prstGeom prst="rect">
                <a:avLst/>
              </a:prstGeom>
              <a:solidFill>
                <a:srgbClr val="F15164">
                  <a:alpha val="24705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-2475589" y="2862805"/>
                <a:ext cx="835149" cy="436031"/>
              </a:xfrm>
              <a:prstGeom prst="rect">
                <a:avLst/>
              </a:prstGeom>
              <a:solidFill>
                <a:srgbClr val="EF33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9" name="Google Shape;659;p13"/>
            <p:cNvSpPr/>
            <p:nvPr/>
          </p:nvSpPr>
          <p:spPr>
            <a:xfrm>
              <a:off x="-874384" y="1570317"/>
              <a:ext cx="284308" cy="310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-943495" y="2972160"/>
              <a:ext cx="422532" cy="310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/>
            </a:p>
          </p:txBody>
        </p:sp>
        <p:sp>
          <p:nvSpPr>
            <p:cNvPr id="661" name="Google Shape;661;p13"/>
            <p:cNvSpPr/>
            <p:nvPr/>
          </p:nvSpPr>
          <p:spPr>
            <a:xfrm>
              <a:off x="-943446" y="5040635"/>
              <a:ext cx="422532" cy="310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/>
            </a:p>
          </p:txBody>
        </p:sp>
      </p:grpSp>
      <p:sp>
        <p:nvSpPr>
          <p:cNvPr id="662" name="Google Shape;662;p13"/>
          <p:cNvSpPr/>
          <p:nvPr/>
        </p:nvSpPr>
        <p:spPr>
          <a:xfrm>
            <a:off x="1595136" y="2020290"/>
            <a:ext cx="290066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Описание проекта:</a:t>
            </a:r>
            <a:endParaRPr/>
          </a:p>
        </p:txBody>
      </p:sp>
      <p:sp>
        <p:nvSpPr>
          <p:cNvPr id="663" name="Google Shape;663;p13"/>
          <p:cNvSpPr/>
          <p:nvPr/>
        </p:nvSpPr>
        <p:spPr>
          <a:xfrm>
            <a:off x="6879305" y="4585139"/>
            <a:ext cx="3310340" cy="4634790"/>
          </a:xfrm>
          <a:prstGeom prst="roundRect">
            <a:avLst>
              <a:gd fmla="val 73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3"/>
          <p:cNvSpPr txBox="1"/>
          <p:nvPr/>
        </p:nvSpPr>
        <p:spPr>
          <a:xfrm>
            <a:off x="6967259" y="5662931"/>
            <a:ext cx="3181332" cy="3303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1" marL="216000" marR="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Нагрузка</a:t>
            </a: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фактическая </a:t>
            </a:r>
            <a:b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и потенциальная</a:t>
            </a:r>
            <a:endParaRPr b="0" i="0" sz="18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216000" marR="0" rtl="0" algn="l">
              <a:spcBef>
                <a:spcPts val="45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Обеспеченность</a:t>
            </a: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территорий объектами</a:t>
            </a:r>
            <a:endParaRPr/>
          </a:p>
          <a:p>
            <a:pPr indent="-216000" lvl="1" marL="216000" marR="0" rtl="0" algn="l">
              <a:spcBef>
                <a:spcPts val="45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Потенциал</a:t>
            </a: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размещения</a:t>
            </a: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объектов на территории</a:t>
            </a:r>
            <a:endParaRPr/>
          </a:p>
          <a:p>
            <a:pPr indent="-216000" lvl="1" marL="216000" marR="0" rtl="0" algn="l">
              <a:spcBef>
                <a:spcPts val="45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Пешеходная доступность </a:t>
            </a: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территорий до объектов городской инфраструктуры</a:t>
            </a:r>
            <a:endParaRPr/>
          </a:p>
          <a:p>
            <a:pPr indent="-216000" lvl="1" marL="216000" marR="0" rtl="0" algn="l">
              <a:spcBef>
                <a:spcPts val="45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Arial"/>
              <a:buChar char="•"/>
            </a:pPr>
            <a:r>
              <a:rPr b="1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Суммарная</a:t>
            </a: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обеспеченность</a:t>
            </a:r>
            <a:r>
              <a:rPr b="0" i="0" lang="ru-RU" sz="1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территории объектами</a:t>
            </a:r>
            <a:endParaRPr/>
          </a:p>
        </p:txBody>
      </p:sp>
      <p:sp>
        <p:nvSpPr>
          <p:cNvPr id="665" name="Google Shape;665;p13"/>
          <p:cNvSpPr/>
          <p:nvPr/>
        </p:nvSpPr>
        <p:spPr>
          <a:xfrm>
            <a:off x="1612282" y="4585139"/>
            <a:ext cx="5061398" cy="3730187"/>
          </a:xfrm>
          <a:prstGeom prst="roundRect">
            <a:avLst>
              <a:gd fmla="val 6689" name="adj"/>
            </a:avLst>
          </a:prstGeom>
          <a:solidFill>
            <a:srgbClr val="EF3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 txBox="1"/>
          <p:nvPr/>
        </p:nvSpPr>
        <p:spPr>
          <a:xfrm>
            <a:off x="1318486" y="4267499"/>
            <a:ext cx="1701410" cy="1190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5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5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3"/>
          <p:cNvSpPr txBox="1"/>
          <p:nvPr/>
        </p:nvSpPr>
        <p:spPr>
          <a:xfrm>
            <a:off x="2585397" y="4803195"/>
            <a:ext cx="32449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категорий объектов городской инфраструктуры</a:t>
            </a:r>
            <a:endParaRPr b="1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3"/>
          <p:cNvSpPr txBox="1"/>
          <p:nvPr/>
        </p:nvSpPr>
        <p:spPr>
          <a:xfrm>
            <a:off x="1831517" y="5500054"/>
            <a:ext cx="2417952" cy="2854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Школы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Детские сады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Спортплощадки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МФЦ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Парки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Станции общественного             транспорта</a:t>
            </a:r>
            <a:endParaRPr/>
          </a:p>
          <a:p>
            <a:pPr indent="-111224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3914593" y="5458190"/>
            <a:ext cx="2759087" cy="262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Поликлиники (детские и взрослые)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Центры Московского долголетия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Пункты общепита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Бассейны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Спортзалы</a:t>
            </a:r>
            <a:endParaRPr/>
          </a:p>
          <a:p>
            <a:pPr indent="-216000" lvl="0" marL="21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Библиотеки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3"/>
          <p:cNvSpPr txBox="1"/>
          <p:nvPr/>
        </p:nvSpPr>
        <p:spPr>
          <a:xfrm>
            <a:off x="7255109" y="4797676"/>
            <a:ext cx="41051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Моделируемые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показатели:</a:t>
            </a:r>
            <a:endParaRPr sz="21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1611337" y="8480116"/>
            <a:ext cx="5061398" cy="74114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 txBox="1"/>
          <p:nvPr/>
        </p:nvSpPr>
        <p:spPr>
          <a:xfrm>
            <a:off x="1709294" y="8642212"/>
            <a:ext cx="48297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Бюджет: 22,2 млн руб.</a:t>
            </a:r>
            <a:endParaRPr/>
          </a:p>
        </p:txBody>
      </p:sp>
      <p:sp>
        <p:nvSpPr>
          <p:cNvPr id="673" name="Google Shape;673;p13"/>
          <p:cNvSpPr/>
          <p:nvPr/>
        </p:nvSpPr>
        <p:spPr>
          <a:xfrm>
            <a:off x="11658407" y="9466591"/>
            <a:ext cx="5647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938953"/>
                </a:solidFill>
                <a:latin typeface="Arial"/>
                <a:ea typeface="Arial"/>
                <a:cs typeface="Arial"/>
                <a:sym typeface="Arial"/>
              </a:rPr>
              <a:t>предварительный дизайн интерфейса комплекса</a:t>
            </a:r>
            <a:endParaRPr sz="1800">
              <a:solidFill>
                <a:srgbClr val="9389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3"/>
          <p:cNvSpPr txBox="1"/>
          <p:nvPr>
            <p:ph idx="12" type="sldNum"/>
          </p:nvPr>
        </p:nvSpPr>
        <p:spPr>
          <a:xfrm>
            <a:off x="17410535" y="9739313"/>
            <a:ext cx="8774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7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14"/>
          <p:cNvGrpSpPr/>
          <p:nvPr/>
        </p:nvGrpSpPr>
        <p:grpSpPr>
          <a:xfrm>
            <a:off x="16880099" y="1028700"/>
            <a:ext cx="758402" cy="8108537"/>
            <a:chOff x="0" y="0"/>
            <a:chExt cx="1011203" cy="10811383"/>
          </a:xfrm>
        </p:grpSpPr>
        <p:sp>
          <p:nvSpPr>
            <p:cNvPr id="680" name="Google Shape;680;p14"/>
            <p:cNvSpPr/>
            <p:nvPr/>
          </p:nvSpPr>
          <p:spPr>
            <a:xfrm>
              <a:off x="486551" y="0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4"/>
            <p:cNvSpPr txBox="1"/>
            <p:nvPr/>
          </p:nvSpPr>
          <p:spPr>
            <a:xfrm>
              <a:off x="0" y="5050270"/>
              <a:ext cx="1011203" cy="65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998">
                  <a:solidFill>
                    <a:srgbClr val="191919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07</a:t>
              </a:r>
              <a:endParaRPr b="1" sz="2998">
                <a:solidFill>
                  <a:srgbClr val="191919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486551" y="6798183"/>
              <a:ext cx="38100" cy="4013200"/>
            </a:xfrm>
            <a:prstGeom prst="rect">
              <a:avLst/>
            </a:prstGeom>
            <a:solidFill>
              <a:srgbClr val="19191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3" name="Google Shape;683;p14"/>
          <p:cNvSpPr/>
          <p:nvPr/>
        </p:nvSpPr>
        <p:spPr>
          <a:xfrm>
            <a:off x="1028700" y="5143500"/>
            <a:ext cx="205625" cy="410728"/>
          </a:xfrm>
          <a:custGeom>
            <a:rect b="b" l="l" r="r" t="t"/>
            <a:pathLst>
              <a:path extrusionOk="0" h="410728" w="205625">
                <a:moveTo>
                  <a:pt x="0" y="0"/>
                </a:moveTo>
                <a:lnTo>
                  <a:pt x="205625" y="0"/>
                </a:lnTo>
                <a:lnTo>
                  <a:pt x="205625" y="410728"/>
                </a:lnTo>
                <a:lnTo>
                  <a:pt x="0" y="410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4"/>
          <p:cNvSpPr txBox="1"/>
          <p:nvPr/>
        </p:nvSpPr>
        <p:spPr>
          <a:xfrm>
            <a:off x="1655854" y="5076825"/>
            <a:ext cx="8460100" cy="54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MOS.RU/DIT</a:t>
            </a:r>
            <a:endParaRPr/>
          </a:p>
        </p:txBody>
      </p:sp>
      <p:sp>
        <p:nvSpPr>
          <p:cNvPr id="685" name="Google Shape;685;p14"/>
          <p:cNvSpPr txBox="1"/>
          <p:nvPr/>
        </p:nvSpPr>
        <p:spPr>
          <a:xfrm>
            <a:off x="1028700" y="4061431"/>
            <a:ext cx="9465907" cy="69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0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ВСЕГДА НА СВЯЗИ!</a:t>
            </a:r>
            <a:endParaRPr/>
          </a:p>
        </p:txBody>
      </p:sp>
      <p:sp>
        <p:nvSpPr>
          <p:cNvPr id="686" name="Google Shape;686;p14"/>
          <p:cNvSpPr/>
          <p:nvPr/>
        </p:nvSpPr>
        <p:spPr>
          <a:xfrm>
            <a:off x="1028700" y="1028700"/>
            <a:ext cx="3529780" cy="1240873"/>
          </a:xfrm>
          <a:custGeom>
            <a:rect b="b" l="l" r="r" t="t"/>
            <a:pathLst>
              <a:path extrusionOk="0" h="1240873" w="3529780">
                <a:moveTo>
                  <a:pt x="0" y="0"/>
                </a:moveTo>
                <a:lnTo>
                  <a:pt x="3529780" y="0"/>
                </a:lnTo>
                <a:lnTo>
                  <a:pt x="3529780" y="1240873"/>
                </a:lnTo>
                <a:lnTo>
                  <a:pt x="0" y="12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 txBox="1"/>
          <p:nvPr/>
        </p:nvSpPr>
        <p:spPr>
          <a:xfrm>
            <a:off x="1523999" y="5353691"/>
            <a:ext cx="9621545" cy="1891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88888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Косариков</a:t>
            </a:r>
            <a:r>
              <a:rPr b="1"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Андрей Вячеславович</a:t>
            </a:r>
            <a:endParaRPr/>
          </a:p>
          <a:p>
            <a:pPr indent="0" lvl="0" marL="0" marR="0" rtl="0" algn="l">
              <a:lnSpc>
                <a:spcPct val="2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KosarikovAV@it.mos.ru </a:t>
            </a:r>
            <a:endParaRPr/>
          </a:p>
        </p:txBody>
      </p:sp>
      <p:sp>
        <p:nvSpPr>
          <p:cNvPr id="688" name="Google Shape;688;p14"/>
          <p:cNvSpPr/>
          <p:nvPr/>
        </p:nvSpPr>
        <p:spPr>
          <a:xfrm>
            <a:off x="1028700" y="6286500"/>
            <a:ext cx="205625" cy="410728"/>
          </a:xfrm>
          <a:custGeom>
            <a:rect b="b" l="l" r="r" t="t"/>
            <a:pathLst>
              <a:path extrusionOk="0" h="410728" w="205625">
                <a:moveTo>
                  <a:pt x="0" y="0"/>
                </a:moveTo>
                <a:lnTo>
                  <a:pt x="205625" y="0"/>
                </a:lnTo>
                <a:lnTo>
                  <a:pt x="205625" y="410728"/>
                </a:lnTo>
                <a:lnTo>
                  <a:pt x="0" y="410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4"/>
          <p:cNvSpPr/>
          <p:nvPr/>
        </p:nvSpPr>
        <p:spPr>
          <a:xfrm>
            <a:off x="1034512" y="7711392"/>
            <a:ext cx="205625" cy="410728"/>
          </a:xfrm>
          <a:custGeom>
            <a:rect b="b" l="l" r="r" t="t"/>
            <a:pathLst>
              <a:path extrusionOk="0" h="410728" w="205625">
                <a:moveTo>
                  <a:pt x="0" y="0"/>
                </a:moveTo>
                <a:lnTo>
                  <a:pt x="205625" y="0"/>
                </a:lnTo>
                <a:lnTo>
                  <a:pt x="205625" y="410728"/>
                </a:lnTo>
                <a:lnTo>
                  <a:pt x="0" y="410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4"/>
          <p:cNvSpPr txBox="1"/>
          <p:nvPr/>
        </p:nvSpPr>
        <p:spPr>
          <a:xfrm>
            <a:off x="1523999" y="6762414"/>
            <a:ext cx="9621545" cy="189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88888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Тарасова Кристина Валерьевна</a:t>
            </a:r>
            <a:endParaRPr/>
          </a:p>
          <a:p>
            <a:pPr indent="0" lvl="0" marL="0" marR="0" rtl="0" algn="l">
              <a:lnSpc>
                <a:spcPct val="2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Tarasovakv1@it.mos.ru </a:t>
            </a:r>
            <a:endParaRPr/>
          </a:p>
        </p:txBody>
      </p:sp>
      <p:sp>
        <p:nvSpPr>
          <p:cNvPr id="691" name="Google Shape;691;p14"/>
          <p:cNvSpPr/>
          <p:nvPr/>
        </p:nvSpPr>
        <p:spPr>
          <a:xfrm>
            <a:off x="10896600" y="5202188"/>
            <a:ext cx="4207553" cy="2885210"/>
          </a:xfrm>
          <a:prstGeom prst="roundRect">
            <a:avLst>
              <a:gd fmla="val 9153" name="adj"/>
            </a:avLst>
          </a:prstGeom>
          <a:solidFill>
            <a:srgbClr val="EF33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Книга </a:t>
            </a:r>
            <a:br>
              <a:rPr lang="ru-RU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«Идеи для Москвы»</a:t>
            </a: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Каталог всех одобренных идей, ожидающих своей очереди реализации</a:t>
            </a:r>
            <a:endParaRPr/>
          </a:p>
        </p:txBody>
      </p:sp>
      <p:pic>
        <p:nvPicPr>
          <p:cNvPr descr="Повествование со сплошной заливкой" id="692" name="Google Shape;69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6266" y="5803118"/>
            <a:ext cx="1063319" cy="1063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Sergei Bunturi</dc:creator>
</cp:coreProperties>
</file>